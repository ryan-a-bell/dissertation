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2" r:id="rId1"/>
    <p:sldMasterId id="2147483718" r:id="rId2"/>
    <p:sldMasterId id="2147483705" r:id="rId3"/>
  </p:sldMasterIdLst>
  <p:notesMasterIdLst>
    <p:notesMasterId r:id="rId10"/>
  </p:notesMasterIdLst>
  <p:sldIdLst>
    <p:sldId id="438" r:id="rId4"/>
    <p:sldId id="439" r:id="rId5"/>
    <p:sldId id="449" r:id="rId6"/>
    <p:sldId id="475" r:id="rId7"/>
    <p:sldId id="383" r:id="rId8"/>
    <p:sldId id="41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607"/>
    <a:srgbClr val="00B0F0"/>
    <a:srgbClr val="9DC3E6"/>
    <a:srgbClr val="425B93"/>
    <a:srgbClr val="182C46"/>
    <a:srgbClr val="FFC000"/>
    <a:srgbClr val="304772"/>
    <a:srgbClr val="FFFFFF"/>
    <a:srgbClr val="FFCC00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020" autoAdjust="0"/>
  </p:normalViewPr>
  <p:slideViewPr>
    <p:cSldViewPr snapToGrid="0">
      <p:cViewPr varScale="1">
        <p:scale>
          <a:sx n="85" d="100"/>
          <a:sy n="85" d="100"/>
        </p:scale>
        <p:origin x="114" y="3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l, Ryan (CIV)" userId="b49cf9ef-28ac-43a2-83fc-7889e8afcb1a" providerId="ADAL" clId="{B59631A1-7891-4374-9DF5-3216A571255D}"/>
    <pc:docChg chg="delSld delMainMaster delSection modSection">
      <pc:chgData name="Bell, Ryan (CIV)" userId="b49cf9ef-28ac-43a2-83fc-7889e8afcb1a" providerId="ADAL" clId="{B59631A1-7891-4374-9DF5-3216A571255D}" dt="2026-02-28T03:13:39.105" v="8" actId="47"/>
      <pc:docMkLst>
        <pc:docMk/>
      </pc:docMkLst>
      <pc:sldChg chg="del">
        <pc:chgData name="Bell, Ryan (CIV)" userId="b49cf9ef-28ac-43a2-83fc-7889e8afcb1a" providerId="ADAL" clId="{B59631A1-7891-4374-9DF5-3216A571255D}" dt="2026-02-28T03:13:37.588" v="6" actId="47"/>
        <pc:sldMkLst>
          <pc:docMk/>
          <pc:sldMk cId="2815859318" sldId="349"/>
        </pc:sldMkLst>
      </pc:sldChg>
      <pc:sldChg chg="del">
        <pc:chgData name="Bell, Ryan (CIV)" userId="b49cf9ef-28ac-43a2-83fc-7889e8afcb1a" providerId="ADAL" clId="{B59631A1-7891-4374-9DF5-3216A571255D}" dt="2026-02-28T03:13:14.809" v="1" actId="47"/>
        <pc:sldMkLst>
          <pc:docMk/>
          <pc:sldMk cId="117562194" sldId="352"/>
        </pc:sldMkLst>
      </pc:sldChg>
      <pc:sldChg chg="del">
        <pc:chgData name="Bell, Ryan (CIV)" userId="b49cf9ef-28ac-43a2-83fc-7889e8afcb1a" providerId="ADAL" clId="{B59631A1-7891-4374-9DF5-3216A571255D}" dt="2026-02-28T03:13:39.105" v="8" actId="47"/>
        <pc:sldMkLst>
          <pc:docMk/>
          <pc:sldMk cId="2126296776" sldId="385"/>
        </pc:sldMkLst>
      </pc:sldChg>
      <pc:sldChg chg="del">
        <pc:chgData name="Bell, Ryan (CIV)" userId="b49cf9ef-28ac-43a2-83fc-7889e8afcb1a" providerId="ADAL" clId="{B59631A1-7891-4374-9DF5-3216A571255D}" dt="2026-02-28T03:13:38.722" v="7" actId="47"/>
        <pc:sldMkLst>
          <pc:docMk/>
          <pc:sldMk cId="1134490922" sldId="386"/>
        </pc:sldMkLst>
      </pc:sldChg>
      <pc:sldChg chg="del">
        <pc:chgData name="Bell, Ryan (CIV)" userId="b49cf9ef-28ac-43a2-83fc-7889e8afcb1a" providerId="ADAL" clId="{B59631A1-7891-4374-9DF5-3216A571255D}" dt="2026-02-28T03:13:08.682" v="0" actId="47"/>
        <pc:sldMkLst>
          <pc:docMk/>
          <pc:sldMk cId="1244810938" sldId="388"/>
        </pc:sldMkLst>
      </pc:sldChg>
      <pc:sldChg chg="del">
        <pc:chgData name="Bell, Ryan (CIV)" userId="b49cf9ef-28ac-43a2-83fc-7889e8afcb1a" providerId="ADAL" clId="{B59631A1-7891-4374-9DF5-3216A571255D}" dt="2026-02-28T03:13:14.809" v="1" actId="47"/>
        <pc:sldMkLst>
          <pc:docMk/>
          <pc:sldMk cId="365307794" sldId="389"/>
        </pc:sldMkLst>
      </pc:sldChg>
      <pc:sldChg chg="del">
        <pc:chgData name="Bell, Ryan (CIV)" userId="b49cf9ef-28ac-43a2-83fc-7889e8afcb1a" providerId="ADAL" clId="{B59631A1-7891-4374-9DF5-3216A571255D}" dt="2026-02-28T03:13:14.809" v="1" actId="47"/>
        <pc:sldMkLst>
          <pc:docMk/>
          <pc:sldMk cId="477235700" sldId="393"/>
        </pc:sldMkLst>
      </pc:sldChg>
      <pc:sldChg chg="del">
        <pc:chgData name="Bell, Ryan (CIV)" userId="b49cf9ef-28ac-43a2-83fc-7889e8afcb1a" providerId="ADAL" clId="{B59631A1-7891-4374-9DF5-3216A571255D}" dt="2026-02-28T03:13:08.682" v="0" actId="47"/>
        <pc:sldMkLst>
          <pc:docMk/>
          <pc:sldMk cId="3311908030" sldId="394"/>
        </pc:sldMkLst>
      </pc:sldChg>
      <pc:sldChg chg="del">
        <pc:chgData name="Bell, Ryan (CIV)" userId="b49cf9ef-28ac-43a2-83fc-7889e8afcb1a" providerId="ADAL" clId="{B59631A1-7891-4374-9DF5-3216A571255D}" dt="2026-02-28T03:13:08.682" v="0" actId="47"/>
        <pc:sldMkLst>
          <pc:docMk/>
          <pc:sldMk cId="557086266" sldId="398"/>
        </pc:sldMkLst>
      </pc:sldChg>
      <pc:sldChg chg="del">
        <pc:chgData name="Bell, Ryan (CIV)" userId="b49cf9ef-28ac-43a2-83fc-7889e8afcb1a" providerId="ADAL" clId="{B59631A1-7891-4374-9DF5-3216A571255D}" dt="2026-02-28T03:13:31.286" v="4" actId="47"/>
        <pc:sldMkLst>
          <pc:docMk/>
          <pc:sldMk cId="2904576991" sldId="406"/>
        </pc:sldMkLst>
      </pc:sldChg>
      <pc:sldChg chg="del">
        <pc:chgData name="Bell, Ryan (CIV)" userId="b49cf9ef-28ac-43a2-83fc-7889e8afcb1a" providerId="ADAL" clId="{B59631A1-7891-4374-9DF5-3216A571255D}" dt="2026-02-28T03:13:08.682" v="0" actId="47"/>
        <pc:sldMkLst>
          <pc:docMk/>
          <pc:sldMk cId="80541425" sldId="413"/>
        </pc:sldMkLst>
      </pc:sldChg>
      <pc:sldChg chg="del">
        <pc:chgData name="Bell, Ryan (CIV)" userId="b49cf9ef-28ac-43a2-83fc-7889e8afcb1a" providerId="ADAL" clId="{B59631A1-7891-4374-9DF5-3216A571255D}" dt="2026-02-28T03:13:08.682" v="0" actId="47"/>
        <pc:sldMkLst>
          <pc:docMk/>
          <pc:sldMk cId="55571210" sldId="415"/>
        </pc:sldMkLst>
      </pc:sldChg>
      <pc:sldChg chg="del">
        <pc:chgData name="Bell, Ryan (CIV)" userId="b49cf9ef-28ac-43a2-83fc-7889e8afcb1a" providerId="ADAL" clId="{B59631A1-7891-4374-9DF5-3216A571255D}" dt="2026-02-28T03:13:31.286" v="4" actId="47"/>
        <pc:sldMkLst>
          <pc:docMk/>
          <pc:sldMk cId="750343857" sldId="424"/>
        </pc:sldMkLst>
      </pc:sldChg>
      <pc:sldChg chg="del">
        <pc:chgData name="Bell, Ryan (CIV)" userId="b49cf9ef-28ac-43a2-83fc-7889e8afcb1a" providerId="ADAL" clId="{B59631A1-7891-4374-9DF5-3216A571255D}" dt="2026-02-28T03:13:31.286" v="4" actId="47"/>
        <pc:sldMkLst>
          <pc:docMk/>
          <pc:sldMk cId="858497375" sldId="425"/>
        </pc:sldMkLst>
      </pc:sldChg>
      <pc:sldChg chg="del">
        <pc:chgData name="Bell, Ryan (CIV)" userId="b49cf9ef-28ac-43a2-83fc-7889e8afcb1a" providerId="ADAL" clId="{B59631A1-7891-4374-9DF5-3216A571255D}" dt="2026-02-28T03:13:31.286" v="4" actId="47"/>
        <pc:sldMkLst>
          <pc:docMk/>
          <pc:sldMk cId="17396814" sldId="426"/>
        </pc:sldMkLst>
      </pc:sldChg>
      <pc:sldChg chg="del">
        <pc:chgData name="Bell, Ryan (CIV)" userId="b49cf9ef-28ac-43a2-83fc-7889e8afcb1a" providerId="ADAL" clId="{B59631A1-7891-4374-9DF5-3216A571255D}" dt="2026-02-28T03:13:31.286" v="4" actId="47"/>
        <pc:sldMkLst>
          <pc:docMk/>
          <pc:sldMk cId="879426626" sldId="428"/>
        </pc:sldMkLst>
      </pc:sldChg>
      <pc:sldChg chg="del">
        <pc:chgData name="Bell, Ryan (CIV)" userId="b49cf9ef-28ac-43a2-83fc-7889e8afcb1a" providerId="ADAL" clId="{B59631A1-7891-4374-9DF5-3216A571255D}" dt="2026-02-28T03:13:31.286" v="4" actId="47"/>
        <pc:sldMkLst>
          <pc:docMk/>
          <pc:sldMk cId="3700288478" sldId="429"/>
        </pc:sldMkLst>
      </pc:sldChg>
      <pc:sldChg chg="del">
        <pc:chgData name="Bell, Ryan (CIV)" userId="b49cf9ef-28ac-43a2-83fc-7889e8afcb1a" providerId="ADAL" clId="{B59631A1-7891-4374-9DF5-3216A571255D}" dt="2026-02-28T03:13:14.809" v="1" actId="47"/>
        <pc:sldMkLst>
          <pc:docMk/>
          <pc:sldMk cId="524084415" sldId="432"/>
        </pc:sldMkLst>
      </pc:sldChg>
      <pc:sldChg chg="del">
        <pc:chgData name="Bell, Ryan (CIV)" userId="b49cf9ef-28ac-43a2-83fc-7889e8afcb1a" providerId="ADAL" clId="{B59631A1-7891-4374-9DF5-3216A571255D}" dt="2026-02-28T03:13:31.286" v="4" actId="47"/>
        <pc:sldMkLst>
          <pc:docMk/>
          <pc:sldMk cId="3303911266" sldId="434"/>
        </pc:sldMkLst>
      </pc:sldChg>
      <pc:sldChg chg="del">
        <pc:chgData name="Bell, Ryan (CIV)" userId="b49cf9ef-28ac-43a2-83fc-7889e8afcb1a" providerId="ADAL" clId="{B59631A1-7891-4374-9DF5-3216A571255D}" dt="2026-02-28T03:13:31.286" v="4" actId="47"/>
        <pc:sldMkLst>
          <pc:docMk/>
          <pc:sldMk cId="3994293870" sldId="435"/>
        </pc:sldMkLst>
      </pc:sldChg>
      <pc:sldChg chg="del">
        <pc:chgData name="Bell, Ryan (CIV)" userId="b49cf9ef-28ac-43a2-83fc-7889e8afcb1a" providerId="ADAL" clId="{B59631A1-7891-4374-9DF5-3216A571255D}" dt="2026-02-28T03:13:08.682" v="0" actId="47"/>
        <pc:sldMkLst>
          <pc:docMk/>
          <pc:sldMk cId="2582811761" sldId="440"/>
        </pc:sldMkLst>
      </pc:sldChg>
      <pc:sldChg chg="del">
        <pc:chgData name="Bell, Ryan (CIV)" userId="b49cf9ef-28ac-43a2-83fc-7889e8afcb1a" providerId="ADAL" clId="{B59631A1-7891-4374-9DF5-3216A571255D}" dt="2026-02-28T03:13:08.682" v="0" actId="47"/>
        <pc:sldMkLst>
          <pc:docMk/>
          <pc:sldMk cId="192704204" sldId="441"/>
        </pc:sldMkLst>
      </pc:sldChg>
      <pc:sldChg chg="del">
        <pc:chgData name="Bell, Ryan (CIV)" userId="b49cf9ef-28ac-43a2-83fc-7889e8afcb1a" providerId="ADAL" clId="{B59631A1-7891-4374-9DF5-3216A571255D}" dt="2026-02-28T03:13:14.809" v="1" actId="47"/>
        <pc:sldMkLst>
          <pc:docMk/>
          <pc:sldMk cId="3473867272" sldId="443"/>
        </pc:sldMkLst>
      </pc:sldChg>
      <pc:sldChg chg="del">
        <pc:chgData name="Bell, Ryan (CIV)" userId="b49cf9ef-28ac-43a2-83fc-7889e8afcb1a" providerId="ADAL" clId="{B59631A1-7891-4374-9DF5-3216A571255D}" dt="2026-02-28T03:13:08.682" v="0" actId="47"/>
        <pc:sldMkLst>
          <pc:docMk/>
          <pc:sldMk cId="3820981147" sldId="444"/>
        </pc:sldMkLst>
      </pc:sldChg>
      <pc:sldChg chg="del">
        <pc:chgData name="Bell, Ryan (CIV)" userId="b49cf9ef-28ac-43a2-83fc-7889e8afcb1a" providerId="ADAL" clId="{B59631A1-7891-4374-9DF5-3216A571255D}" dt="2026-02-28T03:13:31.286" v="4" actId="47"/>
        <pc:sldMkLst>
          <pc:docMk/>
          <pc:sldMk cId="244158364" sldId="446"/>
        </pc:sldMkLst>
      </pc:sldChg>
      <pc:sldChg chg="del">
        <pc:chgData name="Bell, Ryan (CIV)" userId="b49cf9ef-28ac-43a2-83fc-7889e8afcb1a" providerId="ADAL" clId="{B59631A1-7891-4374-9DF5-3216A571255D}" dt="2026-02-28T03:13:37.145" v="5" actId="47"/>
        <pc:sldMkLst>
          <pc:docMk/>
          <pc:sldMk cId="2452615559" sldId="447"/>
        </pc:sldMkLst>
      </pc:sldChg>
      <pc:sldChg chg="del">
        <pc:chgData name="Bell, Ryan (CIV)" userId="b49cf9ef-28ac-43a2-83fc-7889e8afcb1a" providerId="ADAL" clId="{B59631A1-7891-4374-9DF5-3216A571255D}" dt="2026-02-28T03:13:08.682" v="0" actId="47"/>
        <pc:sldMkLst>
          <pc:docMk/>
          <pc:sldMk cId="2759722183" sldId="451"/>
        </pc:sldMkLst>
      </pc:sldChg>
      <pc:sldChg chg="del">
        <pc:chgData name="Bell, Ryan (CIV)" userId="b49cf9ef-28ac-43a2-83fc-7889e8afcb1a" providerId="ADAL" clId="{B59631A1-7891-4374-9DF5-3216A571255D}" dt="2026-02-28T03:13:31.286" v="4" actId="47"/>
        <pc:sldMkLst>
          <pc:docMk/>
          <pc:sldMk cId="3874966572" sldId="453"/>
        </pc:sldMkLst>
      </pc:sldChg>
      <pc:sldChg chg="del">
        <pc:chgData name="Bell, Ryan (CIV)" userId="b49cf9ef-28ac-43a2-83fc-7889e8afcb1a" providerId="ADAL" clId="{B59631A1-7891-4374-9DF5-3216A571255D}" dt="2026-02-28T03:13:31.286" v="4" actId="47"/>
        <pc:sldMkLst>
          <pc:docMk/>
          <pc:sldMk cId="2141033702" sldId="454"/>
        </pc:sldMkLst>
      </pc:sldChg>
      <pc:sldChg chg="del">
        <pc:chgData name="Bell, Ryan (CIV)" userId="b49cf9ef-28ac-43a2-83fc-7889e8afcb1a" providerId="ADAL" clId="{B59631A1-7891-4374-9DF5-3216A571255D}" dt="2026-02-28T03:13:31.286" v="4" actId="47"/>
        <pc:sldMkLst>
          <pc:docMk/>
          <pc:sldMk cId="4174975088" sldId="455"/>
        </pc:sldMkLst>
      </pc:sldChg>
      <pc:sldChg chg="del">
        <pc:chgData name="Bell, Ryan (CIV)" userId="b49cf9ef-28ac-43a2-83fc-7889e8afcb1a" providerId="ADAL" clId="{B59631A1-7891-4374-9DF5-3216A571255D}" dt="2026-02-28T03:13:31.286" v="4" actId="47"/>
        <pc:sldMkLst>
          <pc:docMk/>
          <pc:sldMk cId="978647332" sldId="456"/>
        </pc:sldMkLst>
      </pc:sldChg>
      <pc:sldChg chg="del">
        <pc:chgData name="Bell, Ryan (CIV)" userId="b49cf9ef-28ac-43a2-83fc-7889e8afcb1a" providerId="ADAL" clId="{B59631A1-7891-4374-9DF5-3216A571255D}" dt="2026-02-28T03:13:08.682" v="0" actId="47"/>
        <pc:sldMkLst>
          <pc:docMk/>
          <pc:sldMk cId="4238300920" sldId="459"/>
        </pc:sldMkLst>
      </pc:sldChg>
      <pc:sldChg chg="del">
        <pc:chgData name="Bell, Ryan (CIV)" userId="b49cf9ef-28ac-43a2-83fc-7889e8afcb1a" providerId="ADAL" clId="{B59631A1-7891-4374-9DF5-3216A571255D}" dt="2026-02-28T03:13:08.682" v="0" actId="47"/>
        <pc:sldMkLst>
          <pc:docMk/>
          <pc:sldMk cId="1323137684" sldId="460"/>
        </pc:sldMkLst>
      </pc:sldChg>
      <pc:sldChg chg="del">
        <pc:chgData name="Bell, Ryan (CIV)" userId="b49cf9ef-28ac-43a2-83fc-7889e8afcb1a" providerId="ADAL" clId="{B59631A1-7891-4374-9DF5-3216A571255D}" dt="2026-02-28T03:13:08.682" v="0" actId="47"/>
        <pc:sldMkLst>
          <pc:docMk/>
          <pc:sldMk cId="3375263009" sldId="461"/>
        </pc:sldMkLst>
      </pc:sldChg>
      <pc:sldChg chg="del">
        <pc:chgData name="Bell, Ryan (CIV)" userId="b49cf9ef-28ac-43a2-83fc-7889e8afcb1a" providerId="ADAL" clId="{B59631A1-7891-4374-9DF5-3216A571255D}" dt="2026-02-28T03:13:08.682" v="0" actId="47"/>
        <pc:sldMkLst>
          <pc:docMk/>
          <pc:sldMk cId="3071049160" sldId="462"/>
        </pc:sldMkLst>
      </pc:sldChg>
      <pc:sldChg chg="del">
        <pc:chgData name="Bell, Ryan (CIV)" userId="b49cf9ef-28ac-43a2-83fc-7889e8afcb1a" providerId="ADAL" clId="{B59631A1-7891-4374-9DF5-3216A571255D}" dt="2026-02-28T03:13:14.809" v="1" actId="47"/>
        <pc:sldMkLst>
          <pc:docMk/>
          <pc:sldMk cId="3081734274" sldId="463"/>
        </pc:sldMkLst>
      </pc:sldChg>
      <pc:sldChg chg="del">
        <pc:chgData name="Bell, Ryan (CIV)" userId="b49cf9ef-28ac-43a2-83fc-7889e8afcb1a" providerId="ADAL" clId="{B59631A1-7891-4374-9DF5-3216A571255D}" dt="2026-02-28T03:13:14.809" v="1" actId="47"/>
        <pc:sldMkLst>
          <pc:docMk/>
          <pc:sldMk cId="3517252474" sldId="464"/>
        </pc:sldMkLst>
      </pc:sldChg>
      <pc:sldChg chg="del">
        <pc:chgData name="Bell, Ryan (CIV)" userId="b49cf9ef-28ac-43a2-83fc-7889e8afcb1a" providerId="ADAL" clId="{B59631A1-7891-4374-9DF5-3216A571255D}" dt="2026-02-28T03:13:08.682" v="0" actId="47"/>
        <pc:sldMkLst>
          <pc:docMk/>
          <pc:sldMk cId="3032692331" sldId="465"/>
        </pc:sldMkLst>
      </pc:sldChg>
      <pc:sldChg chg="del">
        <pc:chgData name="Bell, Ryan (CIV)" userId="b49cf9ef-28ac-43a2-83fc-7889e8afcb1a" providerId="ADAL" clId="{B59631A1-7891-4374-9DF5-3216A571255D}" dt="2026-02-28T03:13:08.682" v="0" actId="47"/>
        <pc:sldMkLst>
          <pc:docMk/>
          <pc:sldMk cId="1578587486" sldId="466"/>
        </pc:sldMkLst>
      </pc:sldChg>
      <pc:sldChg chg="del">
        <pc:chgData name="Bell, Ryan (CIV)" userId="b49cf9ef-28ac-43a2-83fc-7889e8afcb1a" providerId="ADAL" clId="{B59631A1-7891-4374-9DF5-3216A571255D}" dt="2026-02-28T03:13:08.682" v="0" actId="47"/>
        <pc:sldMkLst>
          <pc:docMk/>
          <pc:sldMk cId="1201013662" sldId="467"/>
        </pc:sldMkLst>
      </pc:sldChg>
      <pc:sldChg chg="del">
        <pc:chgData name="Bell, Ryan (CIV)" userId="b49cf9ef-28ac-43a2-83fc-7889e8afcb1a" providerId="ADAL" clId="{B59631A1-7891-4374-9DF5-3216A571255D}" dt="2026-02-28T03:13:14.809" v="1" actId="47"/>
        <pc:sldMkLst>
          <pc:docMk/>
          <pc:sldMk cId="2827297125" sldId="468"/>
        </pc:sldMkLst>
      </pc:sldChg>
      <pc:sldChg chg="del">
        <pc:chgData name="Bell, Ryan (CIV)" userId="b49cf9ef-28ac-43a2-83fc-7889e8afcb1a" providerId="ADAL" clId="{B59631A1-7891-4374-9DF5-3216A571255D}" dt="2026-02-28T03:13:14.809" v="1" actId="47"/>
        <pc:sldMkLst>
          <pc:docMk/>
          <pc:sldMk cId="3342798924" sldId="469"/>
        </pc:sldMkLst>
      </pc:sldChg>
      <pc:sldChg chg="del">
        <pc:chgData name="Bell, Ryan (CIV)" userId="b49cf9ef-28ac-43a2-83fc-7889e8afcb1a" providerId="ADAL" clId="{B59631A1-7891-4374-9DF5-3216A571255D}" dt="2026-02-28T03:13:14.809" v="1" actId="47"/>
        <pc:sldMkLst>
          <pc:docMk/>
          <pc:sldMk cId="1585515927" sldId="470"/>
        </pc:sldMkLst>
      </pc:sldChg>
      <pc:sldChg chg="del">
        <pc:chgData name="Bell, Ryan (CIV)" userId="b49cf9ef-28ac-43a2-83fc-7889e8afcb1a" providerId="ADAL" clId="{B59631A1-7891-4374-9DF5-3216A571255D}" dt="2026-02-28T03:13:14.809" v="1" actId="47"/>
        <pc:sldMkLst>
          <pc:docMk/>
          <pc:sldMk cId="362345450" sldId="471"/>
        </pc:sldMkLst>
      </pc:sldChg>
      <pc:sldChg chg="del">
        <pc:chgData name="Bell, Ryan (CIV)" userId="b49cf9ef-28ac-43a2-83fc-7889e8afcb1a" providerId="ADAL" clId="{B59631A1-7891-4374-9DF5-3216A571255D}" dt="2026-02-28T03:13:14.809" v="1" actId="47"/>
        <pc:sldMkLst>
          <pc:docMk/>
          <pc:sldMk cId="3653729006" sldId="472"/>
        </pc:sldMkLst>
      </pc:sldChg>
      <pc:sldChg chg="del">
        <pc:chgData name="Bell, Ryan (CIV)" userId="b49cf9ef-28ac-43a2-83fc-7889e8afcb1a" providerId="ADAL" clId="{B59631A1-7891-4374-9DF5-3216A571255D}" dt="2026-02-28T03:13:14.809" v="1" actId="47"/>
        <pc:sldMkLst>
          <pc:docMk/>
          <pc:sldMk cId="1875820088" sldId="473"/>
        </pc:sldMkLst>
      </pc:sldChg>
      <pc:sldChg chg="del">
        <pc:chgData name="Bell, Ryan (CIV)" userId="b49cf9ef-28ac-43a2-83fc-7889e8afcb1a" providerId="ADAL" clId="{B59631A1-7891-4374-9DF5-3216A571255D}" dt="2026-02-28T03:13:23.007" v="3" actId="47"/>
        <pc:sldMkLst>
          <pc:docMk/>
          <pc:sldMk cId="3169862848" sldId="474"/>
        </pc:sldMkLst>
      </pc:sldChg>
      <pc:sldChg chg="del">
        <pc:chgData name="Bell, Ryan (CIV)" userId="b49cf9ef-28ac-43a2-83fc-7889e8afcb1a" providerId="ADAL" clId="{B59631A1-7891-4374-9DF5-3216A571255D}" dt="2026-02-28T03:13:08.682" v="0" actId="47"/>
        <pc:sldMkLst>
          <pc:docMk/>
          <pc:sldMk cId="1833682418" sldId="476"/>
        </pc:sldMkLst>
      </pc:sldChg>
      <pc:sldChg chg="del">
        <pc:chgData name="Bell, Ryan (CIV)" userId="b49cf9ef-28ac-43a2-83fc-7889e8afcb1a" providerId="ADAL" clId="{B59631A1-7891-4374-9DF5-3216A571255D}" dt="2026-02-28T03:13:08.682" v="0" actId="47"/>
        <pc:sldMkLst>
          <pc:docMk/>
          <pc:sldMk cId="321782243" sldId="477"/>
        </pc:sldMkLst>
      </pc:sldChg>
      <pc:sldChg chg="del">
        <pc:chgData name="Bell, Ryan (CIV)" userId="b49cf9ef-28ac-43a2-83fc-7889e8afcb1a" providerId="ADAL" clId="{B59631A1-7891-4374-9DF5-3216A571255D}" dt="2026-02-28T03:13:14.809" v="1" actId="47"/>
        <pc:sldMkLst>
          <pc:docMk/>
          <pc:sldMk cId="4276784379" sldId="478"/>
        </pc:sldMkLst>
      </pc:sldChg>
      <pc:sldChg chg="del">
        <pc:chgData name="Bell, Ryan (CIV)" userId="b49cf9ef-28ac-43a2-83fc-7889e8afcb1a" providerId="ADAL" clId="{B59631A1-7891-4374-9DF5-3216A571255D}" dt="2026-02-28T03:13:08.682" v="0" actId="47"/>
        <pc:sldMkLst>
          <pc:docMk/>
          <pc:sldMk cId="2250345303" sldId="479"/>
        </pc:sldMkLst>
      </pc:sldChg>
      <pc:sldChg chg="del">
        <pc:chgData name="Bell, Ryan (CIV)" userId="b49cf9ef-28ac-43a2-83fc-7889e8afcb1a" providerId="ADAL" clId="{B59631A1-7891-4374-9DF5-3216A571255D}" dt="2026-02-28T03:13:14.809" v="1" actId="47"/>
        <pc:sldMkLst>
          <pc:docMk/>
          <pc:sldMk cId="57400172" sldId="480"/>
        </pc:sldMkLst>
      </pc:sldChg>
      <pc:sldChg chg="del">
        <pc:chgData name="Bell, Ryan (CIV)" userId="b49cf9ef-28ac-43a2-83fc-7889e8afcb1a" providerId="ADAL" clId="{B59631A1-7891-4374-9DF5-3216A571255D}" dt="2026-02-28T03:13:14.809" v="1" actId="47"/>
        <pc:sldMkLst>
          <pc:docMk/>
          <pc:sldMk cId="3775823367" sldId="481"/>
        </pc:sldMkLst>
      </pc:sldChg>
      <pc:sldChg chg="del">
        <pc:chgData name="Bell, Ryan (CIV)" userId="b49cf9ef-28ac-43a2-83fc-7889e8afcb1a" providerId="ADAL" clId="{B59631A1-7891-4374-9DF5-3216A571255D}" dt="2026-02-28T03:13:14.809" v="1" actId="47"/>
        <pc:sldMkLst>
          <pc:docMk/>
          <pc:sldMk cId="2475610260" sldId="482"/>
        </pc:sldMkLst>
      </pc:sldChg>
      <pc:sldChg chg="del">
        <pc:chgData name="Bell, Ryan (CIV)" userId="b49cf9ef-28ac-43a2-83fc-7889e8afcb1a" providerId="ADAL" clId="{B59631A1-7891-4374-9DF5-3216A571255D}" dt="2026-02-28T03:13:14.809" v="1" actId="47"/>
        <pc:sldMkLst>
          <pc:docMk/>
          <pc:sldMk cId="1391862560" sldId="483"/>
        </pc:sldMkLst>
      </pc:sldChg>
      <pc:sldChg chg="del">
        <pc:chgData name="Bell, Ryan (CIV)" userId="b49cf9ef-28ac-43a2-83fc-7889e8afcb1a" providerId="ADAL" clId="{B59631A1-7891-4374-9DF5-3216A571255D}" dt="2026-02-28T03:13:14.809" v="1" actId="47"/>
        <pc:sldMkLst>
          <pc:docMk/>
          <pc:sldMk cId="680201351" sldId="484"/>
        </pc:sldMkLst>
      </pc:sldChg>
      <pc:sldMasterChg chg="del delSldLayout">
        <pc:chgData name="Bell, Ryan (CIV)" userId="b49cf9ef-28ac-43a2-83fc-7889e8afcb1a" providerId="ADAL" clId="{B59631A1-7891-4374-9DF5-3216A571255D}" dt="2026-02-28T03:13:39.105" v="8" actId="47"/>
        <pc:sldMasterMkLst>
          <pc:docMk/>
          <pc:sldMasterMk cId="3169947482" sldId="2147483648"/>
        </pc:sldMasterMkLst>
        <pc:sldLayoutChg chg="del">
          <pc:chgData name="Bell, Ryan (CIV)" userId="b49cf9ef-28ac-43a2-83fc-7889e8afcb1a" providerId="ADAL" clId="{B59631A1-7891-4374-9DF5-3216A571255D}" dt="2026-02-28T03:13:39.105" v="8" actId="47"/>
          <pc:sldLayoutMkLst>
            <pc:docMk/>
            <pc:sldMasterMk cId="3169947482" sldId="2147483648"/>
            <pc:sldLayoutMk cId="940749265" sldId="2147483660"/>
          </pc:sldLayoutMkLst>
        </pc:sldLayoutChg>
        <pc:sldLayoutChg chg="del">
          <pc:chgData name="Bell, Ryan (CIV)" userId="b49cf9ef-28ac-43a2-83fc-7889e8afcb1a" providerId="ADAL" clId="{B59631A1-7891-4374-9DF5-3216A571255D}" dt="2026-02-28T03:13:39.105" v="8" actId="47"/>
          <pc:sldLayoutMkLst>
            <pc:docMk/>
            <pc:sldMasterMk cId="3169947482" sldId="2147483648"/>
            <pc:sldLayoutMk cId="88846867" sldId="2147483662"/>
          </pc:sldLayoutMkLst>
        </pc:sldLayoutChg>
        <pc:sldLayoutChg chg="del">
          <pc:chgData name="Bell, Ryan (CIV)" userId="b49cf9ef-28ac-43a2-83fc-7889e8afcb1a" providerId="ADAL" clId="{B59631A1-7891-4374-9DF5-3216A571255D}" dt="2026-02-28T03:13:39.105" v="8" actId="47"/>
          <pc:sldLayoutMkLst>
            <pc:docMk/>
            <pc:sldMasterMk cId="3169947482" sldId="2147483648"/>
            <pc:sldLayoutMk cId="770478906" sldId="2147483665"/>
          </pc:sldLayoutMkLst>
        </pc:sldLayoutChg>
        <pc:sldLayoutChg chg="del">
          <pc:chgData name="Bell, Ryan (CIV)" userId="b49cf9ef-28ac-43a2-83fc-7889e8afcb1a" providerId="ADAL" clId="{B59631A1-7891-4374-9DF5-3216A571255D}" dt="2026-02-28T03:13:39.105" v="8" actId="47"/>
          <pc:sldLayoutMkLst>
            <pc:docMk/>
            <pc:sldMasterMk cId="3169947482" sldId="2147483648"/>
            <pc:sldLayoutMk cId="2543378886" sldId="2147483669"/>
          </pc:sldLayoutMkLst>
        </pc:sldLayoutChg>
        <pc:sldLayoutChg chg="del">
          <pc:chgData name="Bell, Ryan (CIV)" userId="b49cf9ef-28ac-43a2-83fc-7889e8afcb1a" providerId="ADAL" clId="{B59631A1-7891-4374-9DF5-3216A571255D}" dt="2026-02-28T03:13:39.105" v="8" actId="47"/>
          <pc:sldLayoutMkLst>
            <pc:docMk/>
            <pc:sldMasterMk cId="3169947482" sldId="2147483648"/>
            <pc:sldLayoutMk cId="2118047530" sldId="2147483671"/>
          </pc:sldLayoutMkLst>
        </pc:sldLayoutChg>
        <pc:sldLayoutChg chg="del">
          <pc:chgData name="Bell, Ryan (CIV)" userId="b49cf9ef-28ac-43a2-83fc-7889e8afcb1a" providerId="ADAL" clId="{B59631A1-7891-4374-9DF5-3216A571255D}" dt="2026-02-28T03:13:39.105" v="8" actId="47"/>
          <pc:sldLayoutMkLst>
            <pc:docMk/>
            <pc:sldMasterMk cId="3169947482" sldId="2147483648"/>
            <pc:sldLayoutMk cId="562393997" sldId="2147483674"/>
          </pc:sldLayoutMkLst>
        </pc:sldLayoutChg>
        <pc:sldLayoutChg chg="del">
          <pc:chgData name="Bell, Ryan (CIV)" userId="b49cf9ef-28ac-43a2-83fc-7889e8afcb1a" providerId="ADAL" clId="{B59631A1-7891-4374-9DF5-3216A571255D}" dt="2026-02-28T03:13:39.105" v="8" actId="47"/>
          <pc:sldLayoutMkLst>
            <pc:docMk/>
            <pc:sldMasterMk cId="3169947482" sldId="2147483648"/>
            <pc:sldLayoutMk cId="2723996481" sldId="2147483675"/>
          </pc:sldLayoutMkLst>
        </pc:sldLayoutChg>
        <pc:sldLayoutChg chg="del">
          <pc:chgData name="Bell, Ryan (CIV)" userId="b49cf9ef-28ac-43a2-83fc-7889e8afcb1a" providerId="ADAL" clId="{B59631A1-7891-4374-9DF5-3216A571255D}" dt="2026-02-28T03:13:39.105" v="8" actId="47"/>
          <pc:sldLayoutMkLst>
            <pc:docMk/>
            <pc:sldMasterMk cId="3169947482" sldId="2147483648"/>
            <pc:sldLayoutMk cId="116533524" sldId="2147483676"/>
          </pc:sldLayoutMkLst>
        </pc:sldLayoutChg>
        <pc:sldLayoutChg chg="del">
          <pc:chgData name="Bell, Ryan (CIV)" userId="b49cf9ef-28ac-43a2-83fc-7889e8afcb1a" providerId="ADAL" clId="{B59631A1-7891-4374-9DF5-3216A571255D}" dt="2026-02-28T03:13:38.722" v="7" actId="47"/>
          <pc:sldLayoutMkLst>
            <pc:docMk/>
            <pc:sldMasterMk cId="3169947482" sldId="2147483648"/>
            <pc:sldLayoutMk cId="2132963443" sldId="2147483677"/>
          </pc:sldLayoutMkLst>
        </pc:sldLayoutChg>
      </pc:sldMasterChg>
      <pc:sldMasterChg chg="del delSldLayout">
        <pc:chgData name="Bell, Ryan (CIV)" userId="b49cf9ef-28ac-43a2-83fc-7889e8afcb1a" providerId="ADAL" clId="{B59631A1-7891-4374-9DF5-3216A571255D}" dt="2026-02-28T03:13:37.588" v="6" actId="47"/>
        <pc:sldMasterMkLst>
          <pc:docMk/>
          <pc:sldMasterMk cId="979398583" sldId="2147483692"/>
        </pc:sldMasterMkLst>
        <pc:sldLayoutChg chg="del">
          <pc:chgData name="Bell, Ryan (CIV)" userId="b49cf9ef-28ac-43a2-83fc-7889e8afcb1a" providerId="ADAL" clId="{B59631A1-7891-4374-9DF5-3216A571255D}" dt="2026-02-28T03:13:37.588" v="6" actId="47"/>
          <pc:sldLayoutMkLst>
            <pc:docMk/>
            <pc:sldMasterMk cId="979398583" sldId="2147483692"/>
            <pc:sldLayoutMk cId="712392019" sldId="2147483693"/>
          </pc:sldLayoutMkLst>
        </pc:sldLayoutChg>
        <pc:sldLayoutChg chg="del">
          <pc:chgData name="Bell, Ryan (CIV)" userId="b49cf9ef-28ac-43a2-83fc-7889e8afcb1a" providerId="ADAL" clId="{B59631A1-7891-4374-9DF5-3216A571255D}" dt="2026-02-28T03:13:37.588" v="6" actId="47"/>
          <pc:sldLayoutMkLst>
            <pc:docMk/>
            <pc:sldMasterMk cId="979398583" sldId="2147483692"/>
            <pc:sldLayoutMk cId="3091622138" sldId="2147483694"/>
          </pc:sldLayoutMkLst>
        </pc:sldLayoutChg>
        <pc:sldLayoutChg chg="del">
          <pc:chgData name="Bell, Ryan (CIV)" userId="b49cf9ef-28ac-43a2-83fc-7889e8afcb1a" providerId="ADAL" clId="{B59631A1-7891-4374-9DF5-3216A571255D}" dt="2026-02-28T03:13:37.588" v="6" actId="47"/>
          <pc:sldLayoutMkLst>
            <pc:docMk/>
            <pc:sldMasterMk cId="979398583" sldId="2147483692"/>
            <pc:sldLayoutMk cId="1684900956" sldId="2147483695"/>
          </pc:sldLayoutMkLst>
        </pc:sldLayoutChg>
        <pc:sldLayoutChg chg="del">
          <pc:chgData name="Bell, Ryan (CIV)" userId="b49cf9ef-28ac-43a2-83fc-7889e8afcb1a" providerId="ADAL" clId="{B59631A1-7891-4374-9DF5-3216A571255D}" dt="2026-02-28T03:13:37.588" v="6" actId="47"/>
          <pc:sldLayoutMkLst>
            <pc:docMk/>
            <pc:sldMasterMk cId="979398583" sldId="2147483692"/>
            <pc:sldLayoutMk cId="3660658912" sldId="2147483696"/>
          </pc:sldLayoutMkLst>
        </pc:sldLayoutChg>
        <pc:sldLayoutChg chg="del">
          <pc:chgData name="Bell, Ryan (CIV)" userId="b49cf9ef-28ac-43a2-83fc-7889e8afcb1a" providerId="ADAL" clId="{B59631A1-7891-4374-9DF5-3216A571255D}" dt="2026-02-28T03:13:37.588" v="6" actId="47"/>
          <pc:sldLayoutMkLst>
            <pc:docMk/>
            <pc:sldMasterMk cId="979398583" sldId="2147483692"/>
            <pc:sldLayoutMk cId="2217219970" sldId="2147483697"/>
          </pc:sldLayoutMkLst>
        </pc:sldLayoutChg>
        <pc:sldLayoutChg chg="del">
          <pc:chgData name="Bell, Ryan (CIV)" userId="b49cf9ef-28ac-43a2-83fc-7889e8afcb1a" providerId="ADAL" clId="{B59631A1-7891-4374-9DF5-3216A571255D}" dt="2026-02-28T03:13:37.588" v="6" actId="47"/>
          <pc:sldLayoutMkLst>
            <pc:docMk/>
            <pc:sldMasterMk cId="979398583" sldId="2147483692"/>
            <pc:sldLayoutMk cId="4140493743" sldId="2147483698"/>
          </pc:sldLayoutMkLst>
        </pc:sldLayoutChg>
        <pc:sldLayoutChg chg="del">
          <pc:chgData name="Bell, Ryan (CIV)" userId="b49cf9ef-28ac-43a2-83fc-7889e8afcb1a" providerId="ADAL" clId="{B59631A1-7891-4374-9DF5-3216A571255D}" dt="2026-02-28T03:13:37.588" v="6" actId="47"/>
          <pc:sldLayoutMkLst>
            <pc:docMk/>
            <pc:sldMasterMk cId="979398583" sldId="2147483692"/>
            <pc:sldLayoutMk cId="2809413485" sldId="2147483699"/>
          </pc:sldLayoutMkLst>
        </pc:sldLayoutChg>
        <pc:sldLayoutChg chg="del">
          <pc:chgData name="Bell, Ryan (CIV)" userId="b49cf9ef-28ac-43a2-83fc-7889e8afcb1a" providerId="ADAL" clId="{B59631A1-7891-4374-9DF5-3216A571255D}" dt="2026-02-28T03:13:37.588" v="6" actId="47"/>
          <pc:sldLayoutMkLst>
            <pc:docMk/>
            <pc:sldMasterMk cId="979398583" sldId="2147483692"/>
            <pc:sldLayoutMk cId="1572533571" sldId="2147483700"/>
          </pc:sldLayoutMkLst>
        </pc:sldLayoutChg>
        <pc:sldLayoutChg chg="del">
          <pc:chgData name="Bell, Ryan (CIV)" userId="b49cf9ef-28ac-43a2-83fc-7889e8afcb1a" providerId="ADAL" clId="{B59631A1-7891-4374-9DF5-3216A571255D}" dt="2026-02-28T03:13:37.588" v="6" actId="47"/>
          <pc:sldLayoutMkLst>
            <pc:docMk/>
            <pc:sldMasterMk cId="979398583" sldId="2147483692"/>
            <pc:sldLayoutMk cId="2841754987" sldId="2147483701"/>
          </pc:sldLayoutMkLst>
        </pc:sldLayoutChg>
        <pc:sldLayoutChg chg="del">
          <pc:chgData name="Bell, Ryan (CIV)" userId="b49cf9ef-28ac-43a2-83fc-7889e8afcb1a" providerId="ADAL" clId="{B59631A1-7891-4374-9DF5-3216A571255D}" dt="2026-02-28T03:13:37.588" v="6" actId="47"/>
          <pc:sldLayoutMkLst>
            <pc:docMk/>
            <pc:sldMasterMk cId="979398583" sldId="2147483692"/>
            <pc:sldLayoutMk cId="1379023542" sldId="2147483702"/>
          </pc:sldLayoutMkLst>
        </pc:sldLayoutChg>
        <pc:sldLayoutChg chg="del">
          <pc:chgData name="Bell, Ryan (CIV)" userId="b49cf9ef-28ac-43a2-83fc-7889e8afcb1a" providerId="ADAL" clId="{B59631A1-7891-4374-9DF5-3216A571255D}" dt="2026-02-28T03:13:37.588" v="6" actId="47"/>
          <pc:sldLayoutMkLst>
            <pc:docMk/>
            <pc:sldMasterMk cId="979398583" sldId="2147483692"/>
            <pc:sldLayoutMk cId="1370878106" sldId="2147483703"/>
          </pc:sldLayoutMkLst>
        </pc:sldLayoutChg>
        <pc:sldLayoutChg chg="del">
          <pc:chgData name="Bell, Ryan (CIV)" userId="b49cf9ef-28ac-43a2-83fc-7889e8afcb1a" providerId="ADAL" clId="{B59631A1-7891-4374-9DF5-3216A571255D}" dt="2026-02-28T03:13:37.588" v="6" actId="47"/>
          <pc:sldLayoutMkLst>
            <pc:docMk/>
            <pc:sldMasterMk cId="979398583" sldId="2147483692"/>
            <pc:sldLayoutMk cId="674330137" sldId="2147483704"/>
          </pc:sldLayoutMkLst>
        </pc:sldLayoutChg>
      </pc:sldMasterChg>
      <pc:sldMasterChg chg="delSldLayout">
        <pc:chgData name="Bell, Ryan (CIV)" userId="b49cf9ef-28ac-43a2-83fc-7889e8afcb1a" providerId="ADAL" clId="{B59631A1-7891-4374-9DF5-3216A571255D}" dt="2026-02-28T03:13:37.145" v="5" actId="47"/>
        <pc:sldMasterMkLst>
          <pc:docMk/>
          <pc:sldMasterMk cId="1754061698" sldId="2147483722"/>
        </pc:sldMasterMkLst>
        <pc:sldLayoutChg chg="del">
          <pc:chgData name="Bell, Ryan (CIV)" userId="b49cf9ef-28ac-43a2-83fc-7889e8afcb1a" providerId="ADAL" clId="{B59631A1-7891-4374-9DF5-3216A571255D}" dt="2026-02-28T03:13:37.145" v="5" actId="47"/>
          <pc:sldLayoutMkLst>
            <pc:docMk/>
            <pc:sldMasterMk cId="1754061698" sldId="2147483722"/>
            <pc:sldLayoutMk cId="4104974088" sldId="214748373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75A982-AFD6-CD48-B4CB-F3B1870100C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F4498-8F37-C742-880C-4076278C2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916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098E4-BC6E-B268-625C-86F249263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57AE1B-82B7-4EFD-13E9-2828C7611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82C92-BE4E-D6D1-78A9-08D9FF616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39D7A-2829-1D84-9C23-37BD4F2E1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F4498-8F37-C742-880C-4076278C2A9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59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94E3A-E140-E2F1-270B-8FF861B19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BB456B-5B9A-7BFB-7A95-4EBA0EC35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EB47AC-3841-DA6A-DFEC-7C37D2E6D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99DC0-998B-DACA-0335-C946575C32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F4498-8F37-C742-880C-4076278C2A9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050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AMPUS.jpg">
            <a:extLst>
              <a:ext uri="{FF2B5EF4-FFF2-40B4-BE49-F238E27FC236}">
                <a16:creationId xmlns:a16="http://schemas.microsoft.com/office/drawing/2014/main" id="{6171642E-06AA-65E6-9DF3-394704FCAA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0" b="23860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524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3769"/>
            <a:ext cx="12233892" cy="8155928"/>
          </a:xfrm>
          <a:prstGeom prst="rect">
            <a:avLst/>
          </a:prstGeom>
        </p:spPr>
      </p:pic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B62CEE2A-D8E0-28E8-8D71-19A30631116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503342" y="0"/>
            <a:ext cx="5185316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buClrTx/>
              <a:defRPr sz="1350" b="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white"/>
                </a:solidFill>
                <a:latin typeface="Minion Pro"/>
              </a:rPr>
              <a:t>APPROVED FOR PUBLIC RELEASE. DISTRIBUTION UNLIMITED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82D51C6-A6FA-EA4B-E9D5-339D3423A210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670611" y="6586537"/>
            <a:ext cx="4850779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buClrTx/>
              <a:defRPr sz="1350" b="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white"/>
                </a:solidFill>
                <a:latin typeface="Minion Pro"/>
              </a:rPr>
              <a:t>APPROVED FOR PUBLIC RELEASE. DISTRIBUTION UNLIMITED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2794745-3AE3-6890-934C-73DC82B06724}"/>
              </a:ext>
            </a:extLst>
          </p:cNvPr>
          <p:cNvGrpSpPr/>
          <p:nvPr userDrawn="1"/>
        </p:nvGrpSpPr>
        <p:grpSpPr>
          <a:xfrm>
            <a:off x="2264198" y="1216835"/>
            <a:ext cx="7663604" cy="4424331"/>
            <a:chOff x="2547471" y="1285722"/>
            <a:chExt cx="7663604" cy="442433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166F837-F9E4-0AB2-70D9-F6ABB2CAC92D}"/>
                </a:ext>
              </a:extLst>
            </p:cNvPr>
            <p:cNvSpPr/>
            <p:nvPr userDrawn="1"/>
          </p:nvSpPr>
          <p:spPr bwMode="auto">
            <a:xfrm>
              <a:off x="2554880" y="1285722"/>
              <a:ext cx="7656195" cy="2143278"/>
            </a:xfrm>
            <a:prstGeom prst="rect">
              <a:avLst/>
            </a:prstGeom>
            <a:solidFill>
              <a:srgbClr val="021927">
                <a:alpha val="82000"/>
              </a:srgbClr>
            </a:solidFill>
            <a:ln w="127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-2286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1C035"/>
                </a:buClr>
                <a:buSzTx/>
                <a:buFontTx/>
                <a:buNone/>
                <a:tabLst/>
              </a:pPr>
              <a:endParaRPr kumimoji="0" 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ＭＳ Ｐゴシック" pitchFamily="34" charset="-128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C14D3F0-28E6-C94D-82E3-A429DE535F20}"/>
                </a:ext>
              </a:extLst>
            </p:cNvPr>
            <p:cNvSpPr/>
            <p:nvPr userDrawn="1"/>
          </p:nvSpPr>
          <p:spPr bwMode="auto">
            <a:xfrm>
              <a:off x="2551176" y="3429001"/>
              <a:ext cx="7656194" cy="2281052"/>
            </a:xfrm>
            <a:prstGeom prst="rect">
              <a:avLst/>
            </a:prstGeom>
            <a:solidFill>
              <a:srgbClr val="021927">
                <a:alpha val="82000"/>
              </a:srgbClr>
            </a:solidFill>
            <a:ln w="127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-2286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1C035"/>
                </a:buClr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ＭＳ Ｐゴシック" pitchFamily="34" charset="-128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C14D3F0-28E6-C94D-82E3-A429DE535F20}"/>
                </a:ext>
              </a:extLst>
            </p:cNvPr>
            <p:cNvSpPr/>
            <p:nvPr userDrawn="1"/>
          </p:nvSpPr>
          <p:spPr bwMode="auto">
            <a:xfrm>
              <a:off x="7734305" y="3429000"/>
              <a:ext cx="2473065" cy="703349"/>
            </a:xfrm>
            <a:prstGeom prst="rect">
              <a:avLst/>
            </a:prstGeom>
            <a:solidFill>
              <a:srgbClr val="021927">
                <a:alpha val="82000"/>
              </a:srgbClr>
            </a:solidFill>
            <a:ln w="127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-2286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1C035"/>
                </a:buClr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ＭＳ Ｐゴシック" pitchFamily="34" charset="-128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14D3F0-28E6-C94D-82E3-A429DE535F20}"/>
                </a:ext>
              </a:extLst>
            </p:cNvPr>
            <p:cNvSpPr/>
            <p:nvPr userDrawn="1"/>
          </p:nvSpPr>
          <p:spPr bwMode="auto">
            <a:xfrm>
              <a:off x="2547471" y="3429000"/>
              <a:ext cx="5183129" cy="703349"/>
            </a:xfrm>
            <a:prstGeom prst="rect">
              <a:avLst/>
            </a:prstGeom>
            <a:solidFill>
              <a:srgbClr val="021927">
                <a:alpha val="82000"/>
              </a:srgbClr>
            </a:solidFill>
            <a:ln w="127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-2286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1C035"/>
                </a:buClr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ＭＳ Ｐゴシック" pitchFamily="34" charset="-128"/>
              </a:endParaRPr>
            </a:p>
          </p:txBody>
        </p: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0903CB5C-FA51-602F-49A5-B988C744EA7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67" b="93333" l="12963" r="93056">
                        <a14:foregroundMark x1="50231" y1="9524" x2="50231" y2="9524"/>
                        <a14:foregroundMark x1="54630" y1="9048" x2="54630" y2="9048"/>
                        <a14:foregroundMark x1="53009" y1="9048" x2="51852" y2="9048"/>
                        <a14:foregroundMark x1="49306" y1="9048" x2="24074" y2="27619"/>
                        <a14:foregroundMark x1="33333" y1="14762" x2="23380" y2="26667"/>
                        <a14:foregroundMark x1="46528" y1="6667" x2="24074" y2="59762"/>
                        <a14:foregroundMark x1="24074" y1="59762" x2="48843" y2="36905"/>
                        <a14:foregroundMark x1="61574" y1="64048" x2="61574" y2="65000"/>
                        <a14:foregroundMark x1="62269" y1="68095" x2="56019" y2="74048"/>
                        <a14:foregroundMark x1="50231" y1="75952" x2="46991" y2="77619"/>
                        <a14:foregroundMark x1="43056" y1="77857" x2="38889" y2="77857"/>
                        <a14:foregroundMark x1="31944" y1="74048" x2="30787" y2="73810"/>
                        <a14:foregroundMark x1="28241" y1="71667" x2="28241" y2="71667"/>
                        <a14:foregroundMark x1="27778" y1="70952" x2="21528" y2="70952"/>
                        <a14:foregroundMark x1="16898" y1="70952" x2="16898" y2="70952"/>
                        <a14:foregroundMark x1="15972" y1="67857" x2="13194" y2="47857"/>
                        <a14:foregroundMark x1="13194" y1="46190" x2="22685" y2="22143"/>
                        <a14:foregroundMark x1="23380" y1="23810" x2="44907" y2="13810"/>
                        <a14:foregroundMark x1="34028" y1="12143" x2="34028" y2="12143"/>
                        <a14:foregroundMark x1="47222" y1="10714" x2="58333" y2="11190"/>
                        <a14:foregroundMark x1="58102" y1="7619" x2="71296" y2="14048"/>
                        <a14:foregroundMark x1="69676" y1="12143" x2="87963" y2="61190"/>
                        <a14:foregroundMark x1="86806" y1="60952" x2="86806" y2="60952"/>
                        <a14:foregroundMark x1="90509" y1="64048" x2="90278" y2="65000"/>
                        <a14:foregroundMark x1="89583" y1="65476" x2="87500" y2="73810"/>
                        <a14:foregroundMark x1="86806" y1="73810" x2="31250" y2="78095"/>
                        <a14:foregroundMark x1="31250" y1="78095" x2="31019" y2="75238"/>
                        <a14:foregroundMark x1="53009" y1="70476" x2="82639" y2="67381"/>
                        <a14:foregroundMark x1="83796" y1="58810" x2="89583" y2="48810"/>
                        <a14:foregroundMark x1="89583" y1="45952" x2="90046" y2="54048"/>
                        <a14:foregroundMark x1="90046" y1="54048" x2="89583" y2="57619"/>
                        <a14:foregroundMark x1="89352" y1="57619" x2="89352" y2="61190"/>
                        <a14:foregroundMark x1="89352" y1="62143" x2="90046" y2="38095"/>
                        <a14:foregroundMark x1="91435" y1="46667" x2="85185" y2="21667"/>
                        <a14:foregroundMark x1="90278" y1="45952" x2="91667" y2="45952"/>
                        <a14:foregroundMark x1="93287" y1="47381" x2="93287" y2="48810"/>
                        <a14:foregroundMark x1="40278" y1="89524" x2="40278" y2="89524"/>
                        <a14:foregroundMark x1="32176" y1="86905" x2="32176" y2="86905"/>
                        <a14:foregroundMark x1="54398" y1="93333" x2="54398" y2="93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281" t="3478" r="3651" b="5760"/>
          <a:stretch/>
        </p:blipFill>
        <p:spPr bwMode="auto">
          <a:xfrm>
            <a:off x="11285020" y="51777"/>
            <a:ext cx="821010" cy="82296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</p:pic>
      <p:pic>
        <p:nvPicPr>
          <p:cNvPr id="3" name="Picture 2" descr="A blue and yellow shield with white text&#10;&#10;Description automatically generated">
            <a:extLst>
              <a:ext uri="{FF2B5EF4-FFF2-40B4-BE49-F238E27FC236}">
                <a16:creationId xmlns:a16="http://schemas.microsoft.com/office/drawing/2014/main" id="{84585627-9351-84A8-0F26-0DF1683C196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4999" y="113334"/>
            <a:ext cx="1038972" cy="7158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3F1853-D6E1-E5FD-D781-0B00D3C8D6F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999" y="62631"/>
            <a:ext cx="1019587" cy="82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75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3769"/>
            <a:ext cx="12233892" cy="81559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166F837-F9E4-0AB2-70D9-F6ABB2CAC92D}"/>
              </a:ext>
            </a:extLst>
          </p:cNvPr>
          <p:cNvSpPr/>
          <p:nvPr userDrawn="1"/>
        </p:nvSpPr>
        <p:spPr bwMode="auto">
          <a:xfrm>
            <a:off x="543200" y="1783430"/>
            <a:ext cx="7656195" cy="2143278"/>
          </a:xfrm>
          <a:prstGeom prst="rect">
            <a:avLst/>
          </a:prstGeom>
          <a:solidFill>
            <a:srgbClr val="021927">
              <a:alpha val="82000"/>
            </a:srgbClr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1C035"/>
              </a:buClr>
              <a:buSzTx/>
              <a:buFontTx/>
              <a:buNone/>
              <a:tabLst/>
            </a:pPr>
            <a:endParaRPr kumimoji="0" lang="en-US" sz="3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4D3F0-28E6-C94D-82E3-A429DE535F20}"/>
              </a:ext>
            </a:extLst>
          </p:cNvPr>
          <p:cNvSpPr/>
          <p:nvPr userDrawn="1"/>
        </p:nvSpPr>
        <p:spPr bwMode="auto">
          <a:xfrm>
            <a:off x="539496" y="3926709"/>
            <a:ext cx="7656194" cy="2281052"/>
          </a:xfrm>
          <a:prstGeom prst="rect">
            <a:avLst/>
          </a:prstGeom>
          <a:solidFill>
            <a:srgbClr val="021927">
              <a:alpha val="82000"/>
            </a:srgbClr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1C035"/>
              </a:buClr>
              <a:buSzTx/>
              <a:buFontTx/>
              <a:buNone/>
              <a:tabLst/>
            </a:pPr>
            <a:endParaRPr kumimoji="0" lang="en-US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B62CEE2A-D8E0-28E8-8D71-19A30631116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503342" y="0"/>
            <a:ext cx="5185316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buClrTx/>
              <a:defRPr sz="1350" b="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white"/>
                </a:solidFill>
                <a:latin typeface="Minion Pro"/>
              </a:rPr>
              <a:t>APPROVED FOR PUBLIC RELEASE. DISTRIBUTION UNLIMITED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82D51C6-A6FA-EA4B-E9D5-339D3423A210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670611" y="6586537"/>
            <a:ext cx="4850779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buClrTx/>
              <a:defRPr sz="1350" b="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white"/>
                </a:solidFill>
                <a:latin typeface="Minion Pro"/>
              </a:rPr>
              <a:t>APPROVED FOR PUBLIC RELEASE. DISTRIBUTION UNLIMITED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14D3F0-28E6-C94D-82E3-A429DE535F20}"/>
              </a:ext>
            </a:extLst>
          </p:cNvPr>
          <p:cNvSpPr/>
          <p:nvPr userDrawn="1"/>
        </p:nvSpPr>
        <p:spPr bwMode="auto">
          <a:xfrm>
            <a:off x="5722625" y="3926708"/>
            <a:ext cx="2473065" cy="703349"/>
          </a:xfrm>
          <a:prstGeom prst="rect">
            <a:avLst/>
          </a:prstGeom>
          <a:solidFill>
            <a:srgbClr val="021927">
              <a:alpha val="82000"/>
            </a:srgbClr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1C035"/>
              </a:buClr>
              <a:buSzTx/>
              <a:buFontTx/>
              <a:buNone/>
              <a:tabLst/>
            </a:pPr>
            <a:endParaRPr kumimoji="0" lang="en-US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ＭＳ Ｐゴシック" pitchFamily="34" charset="-12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14D3F0-28E6-C94D-82E3-A429DE535F20}"/>
              </a:ext>
            </a:extLst>
          </p:cNvPr>
          <p:cNvSpPr/>
          <p:nvPr userDrawn="1"/>
        </p:nvSpPr>
        <p:spPr bwMode="auto">
          <a:xfrm>
            <a:off x="535791" y="3926708"/>
            <a:ext cx="5183129" cy="703349"/>
          </a:xfrm>
          <a:prstGeom prst="rect">
            <a:avLst/>
          </a:prstGeom>
          <a:solidFill>
            <a:srgbClr val="021927">
              <a:alpha val="82000"/>
            </a:srgbClr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1C035"/>
              </a:buClr>
              <a:buSzTx/>
              <a:buFontTx/>
              <a:buNone/>
              <a:tabLst/>
            </a:pPr>
            <a:endParaRPr kumimoji="0" lang="en-US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ＭＳ Ｐゴシック" pitchFamily="34" charset="-128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903CB5C-FA51-602F-49A5-B988C744EA7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67" b="93333" l="12963" r="93056">
                        <a14:foregroundMark x1="50231" y1="9524" x2="50231" y2="9524"/>
                        <a14:foregroundMark x1="54630" y1="9048" x2="54630" y2="9048"/>
                        <a14:foregroundMark x1="53009" y1="9048" x2="51852" y2="9048"/>
                        <a14:foregroundMark x1="49306" y1="9048" x2="24074" y2="27619"/>
                        <a14:foregroundMark x1="33333" y1="14762" x2="23380" y2="26667"/>
                        <a14:foregroundMark x1="46528" y1="6667" x2="24074" y2="59762"/>
                        <a14:foregroundMark x1="24074" y1="59762" x2="48843" y2="36905"/>
                        <a14:foregroundMark x1="61574" y1="64048" x2="61574" y2="65000"/>
                        <a14:foregroundMark x1="62269" y1="68095" x2="56019" y2="74048"/>
                        <a14:foregroundMark x1="50231" y1="75952" x2="46991" y2="77619"/>
                        <a14:foregroundMark x1="43056" y1="77857" x2="38889" y2="77857"/>
                        <a14:foregroundMark x1="31944" y1="74048" x2="30787" y2="73810"/>
                        <a14:foregroundMark x1="28241" y1="71667" x2="28241" y2="71667"/>
                        <a14:foregroundMark x1="27778" y1="70952" x2="21528" y2="70952"/>
                        <a14:foregroundMark x1="16898" y1="70952" x2="16898" y2="70952"/>
                        <a14:foregroundMark x1="15972" y1="67857" x2="13194" y2="47857"/>
                        <a14:foregroundMark x1="13194" y1="46190" x2="22685" y2="22143"/>
                        <a14:foregroundMark x1="23380" y1="23810" x2="44907" y2="13810"/>
                        <a14:foregroundMark x1="34028" y1="12143" x2="34028" y2="12143"/>
                        <a14:foregroundMark x1="47222" y1="10714" x2="58333" y2="11190"/>
                        <a14:foregroundMark x1="58102" y1="7619" x2="71296" y2="14048"/>
                        <a14:foregroundMark x1="69676" y1="12143" x2="87963" y2="61190"/>
                        <a14:foregroundMark x1="86806" y1="60952" x2="86806" y2="60952"/>
                        <a14:foregroundMark x1="90509" y1="64048" x2="90278" y2="65000"/>
                        <a14:foregroundMark x1="89583" y1="65476" x2="87500" y2="73810"/>
                        <a14:foregroundMark x1="86806" y1="73810" x2="31250" y2="78095"/>
                        <a14:foregroundMark x1="31250" y1="78095" x2="31019" y2="75238"/>
                        <a14:foregroundMark x1="53009" y1="70476" x2="82639" y2="67381"/>
                        <a14:foregroundMark x1="83796" y1="58810" x2="89583" y2="48810"/>
                        <a14:foregroundMark x1="89583" y1="45952" x2="90046" y2="54048"/>
                        <a14:foregroundMark x1="90046" y1="54048" x2="89583" y2="57619"/>
                        <a14:foregroundMark x1="89352" y1="57619" x2="89352" y2="61190"/>
                        <a14:foregroundMark x1="89352" y1="62143" x2="90046" y2="38095"/>
                        <a14:foregroundMark x1="91435" y1="46667" x2="85185" y2="21667"/>
                        <a14:foregroundMark x1="90278" y1="45952" x2="91667" y2="45952"/>
                        <a14:foregroundMark x1="93287" y1="47381" x2="93287" y2="48810"/>
                        <a14:foregroundMark x1="40278" y1="89524" x2="40278" y2="89524"/>
                        <a14:foregroundMark x1="32176" y1="86905" x2="32176" y2="86905"/>
                        <a14:foregroundMark x1="54398" y1="93333" x2="54398" y2="93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281" t="3478" r="3651" b="5760"/>
          <a:stretch/>
        </p:blipFill>
        <p:spPr bwMode="auto">
          <a:xfrm>
            <a:off x="11285020" y="51777"/>
            <a:ext cx="821010" cy="82296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</p:pic>
      <p:pic>
        <p:nvPicPr>
          <p:cNvPr id="3" name="Picture 2" descr="A blue and yellow shield with white text&#10;&#10;Description automatically generated">
            <a:extLst>
              <a:ext uri="{FF2B5EF4-FFF2-40B4-BE49-F238E27FC236}">
                <a16:creationId xmlns:a16="http://schemas.microsoft.com/office/drawing/2014/main" id="{84585627-9351-84A8-0F26-0DF1683C196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4999" y="113334"/>
            <a:ext cx="1038972" cy="71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2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3769"/>
            <a:ext cx="12233892" cy="8155928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89FF37F5-3864-1A9E-1D77-44028FDB992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67" b="93333" l="12963" r="93056">
                        <a14:foregroundMark x1="50231" y1="9524" x2="50231" y2="9524"/>
                        <a14:foregroundMark x1="54630" y1="9048" x2="54630" y2="9048"/>
                        <a14:foregroundMark x1="53009" y1="9048" x2="51852" y2="9048"/>
                        <a14:foregroundMark x1="49306" y1="9048" x2="24074" y2="27619"/>
                        <a14:foregroundMark x1="33333" y1="14762" x2="23380" y2="26667"/>
                        <a14:foregroundMark x1="46528" y1="6667" x2="24074" y2="59762"/>
                        <a14:foregroundMark x1="24074" y1="59762" x2="48843" y2="36905"/>
                        <a14:foregroundMark x1="61574" y1="64048" x2="61574" y2="65000"/>
                        <a14:foregroundMark x1="62269" y1="68095" x2="56019" y2="74048"/>
                        <a14:foregroundMark x1="50231" y1="75952" x2="46991" y2="77619"/>
                        <a14:foregroundMark x1="43056" y1="77857" x2="38889" y2="77857"/>
                        <a14:foregroundMark x1="31944" y1="74048" x2="30787" y2="73810"/>
                        <a14:foregroundMark x1="28241" y1="71667" x2="28241" y2="71667"/>
                        <a14:foregroundMark x1="27778" y1="70952" x2="21528" y2="70952"/>
                        <a14:foregroundMark x1="16898" y1="70952" x2="16898" y2="70952"/>
                        <a14:foregroundMark x1="15972" y1="67857" x2="13194" y2="47857"/>
                        <a14:foregroundMark x1="13194" y1="46190" x2="22685" y2="22143"/>
                        <a14:foregroundMark x1="23380" y1="23810" x2="44907" y2="13810"/>
                        <a14:foregroundMark x1="34028" y1="12143" x2="34028" y2="12143"/>
                        <a14:foregroundMark x1="47222" y1="10714" x2="58333" y2="11190"/>
                        <a14:foregroundMark x1="58102" y1="7619" x2="71296" y2="14048"/>
                        <a14:foregroundMark x1="69676" y1="12143" x2="87963" y2="61190"/>
                        <a14:foregroundMark x1="86806" y1="60952" x2="86806" y2="60952"/>
                        <a14:foregroundMark x1="90509" y1="64048" x2="90278" y2="65000"/>
                        <a14:foregroundMark x1="89583" y1="65476" x2="87500" y2="73810"/>
                        <a14:foregroundMark x1="86806" y1="73810" x2="31250" y2="78095"/>
                        <a14:foregroundMark x1="31250" y1="78095" x2="31019" y2="75238"/>
                        <a14:foregroundMark x1="53009" y1="70476" x2="82639" y2="67381"/>
                        <a14:foregroundMark x1="83796" y1="58810" x2="89583" y2="48810"/>
                        <a14:foregroundMark x1="89583" y1="45952" x2="90046" y2="54048"/>
                        <a14:foregroundMark x1="90046" y1="54048" x2="89583" y2="57619"/>
                        <a14:foregroundMark x1="89352" y1="57619" x2="89352" y2="61190"/>
                        <a14:foregroundMark x1="89352" y1="62143" x2="90046" y2="38095"/>
                        <a14:foregroundMark x1="91435" y1="46667" x2="85185" y2="21667"/>
                        <a14:foregroundMark x1="90278" y1="45952" x2="91667" y2="45952"/>
                        <a14:foregroundMark x1="93287" y1="47381" x2="93287" y2="48810"/>
                        <a14:foregroundMark x1="40278" y1="89524" x2="40278" y2="89524"/>
                        <a14:foregroundMark x1="32176" y1="86905" x2="32176" y2="86905"/>
                        <a14:foregroundMark x1="54398" y1="93333" x2="54398" y2="93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281" t="3478" r="3651" b="5760"/>
          <a:stretch/>
        </p:blipFill>
        <p:spPr bwMode="auto">
          <a:xfrm>
            <a:off x="9189433" y="4630057"/>
            <a:ext cx="1951844" cy="195648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</p:pic>
      <p:pic>
        <p:nvPicPr>
          <p:cNvPr id="9" name="Picture 8" descr="A blue and yellow shield with white text&#10;&#10;Description automatically generated">
            <a:extLst>
              <a:ext uri="{FF2B5EF4-FFF2-40B4-BE49-F238E27FC236}">
                <a16:creationId xmlns:a16="http://schemas.microsoft.com/office/drawing/2014/main" id="{99B9D1BF-741F-5562-7059-73D7FC07AC5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610056" y="1597912"/>
            <a:ext cx="3110597" cy="214327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166F837-F9E4-0AB2-70D9-F6ABB2CAC92D}"/>
              </a:ext>
            </a:extLst>
          </p:cNvPr>
          <p:cNvSpPr/>
          <p:nvPr userDrawn="1"/>
        </p:nvSpPr>
        <p:spPr bwMode="auto">
          <a:xfrm>
            <a:off x="543200" y="1783430"/>
            <a:ext cx="7656195" cy="2143278"/>
          </a:xfrm>
          <a:prstGeom prst="rect">
            <a:avLst/>
          </a:prstGeom>
          <a:solidFill>
            <a:srgbClr val="021927">
              <a:alpha val="82000"/>
            </a:srgbClr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1C035"/>
              </a:buClr>
              <a:buSzTx/>
              <a:buFontTx/>
              <a:buNone/>
              <a:tabLst/>
            </a:pPr>
            <a:endParaRPr kumimoji="0" lang="en-US" sz="3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4D3F0-28E6-C94D-82E3-A429DE535F20}"/>
              </a:ext>
            </a:extLst>
          </p:cNvPr>
          <p:cNvSpPr/>
          <p:nvPr userDrawn="1"/>
        </p:nvSpPr>
        <p:spPr bwMode="auto">
          <a:xfrm>
            <a:off x="539496" y="3926709"/>
            <a:ext cx="7656194" cy="2281052"/>
          </a:xfrm>
          <a:prstGeom prst="rect">
            <a:avLst/>
          </a:prstGeom>
          <a:solidFill>
            <a:srgbClr val="021927">
              <a:alpha val="82000"/>
            </a:srgbClr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1C035"/>
              </a:buClr>
              <a:buSzTx/>
              <a:buFontTx/>
              <a:buNone/>
              <a:tabLst/>
            </a:pPr>
            <a:endParaRPr kumimoji="0" lang="en-US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B62CEE2A-D8E0-28E8-8D71-19A30631116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503342" y="0"/>
            <a:ext cx="5185316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buClrTx/>
              <a:defRPr sz="1350" b="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white"/>
                </a:solidFill>
                <a:latin typeface="Minion Pro"/>
              </a:rPr>
              <a:t>APPROVED FOR PUBLIC RELEASE. DISTRIBUTION UNLIMITED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82D51C6-A6FA-EA4B-E9D5-339D3423A210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670611" y="6586537"/>
            <a:ext cx="4850779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buClrTx/>
              <a:defRPr sz="1350" b="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white"/>
                </a:solidFill>
                <a:latin typeface="Minion Pro"/>
              </a:rPr>
              <a:t>APPROVED FOR PUBLIC RELEASE. DISTRIBUTION UNLIMITED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14D3F0-28E6-C94D-82E3-A429DE535F20}"/>
              </a:ext>
            </a:extLst>
          </p:cNvPr>
          <p:cNvSpPr/>
          <p:nvPr userDrawn="1"/>
        </p:nvSpPr>
        <p:spPr bwMode="auto">
          <a:xfrm>
            <a:off x="5722625" y="3926708"/>
            <a:ext cx="2473065" cy="703349"/>
          </a:xfrm>
          <a:prstGeom prst="rect">
            <a:avLst/>
          </a:prstGeom>
          <a:solidFill>
            <a:srgbClr val="021927">
              <a:alpha val="82000"/>
            </a:srgbClr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1C035"/>
              </a:buClr>
              <a:buSzTx/>
              <a:buFontTx/>
              <a:buNone/>
              <a:tabLst/>
            </a:pPr>
            <a:endParaRPr kumimoji="0" lang="en-US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ＭＳ Ｐゴシック" pitchFamily="34" charset="-12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14D3F0-28E6-C94D-82E3-A429DE535F20}"/>
              </a:ext>
            </a:extLst>
          </p:cNvPr>
          <p:cNvSpPr/>
          <p:nvPr userDrawn="1"/>
        </p:nvSpPr>
        <p:spPr bwMode="auto">
          <a:xfrm>
            <a:off x="535791" y="3926708"/>
            <a:ext cx="5183129" cy="703349"/>
          </a:xfrm>
          <a:prstGeom prst="rect">
            <a:avLst/>
          </a:prstGeom>
          <a:solidFill>
            <a:srgbClr val="021927">
              <a:alpha val="82000"/>
            </a:srgbClr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1C035"/>
              </a:buClr>
              <a:buSzTx/>
              <a:buFontTx/>
              <a:buNone/>
              <a:tabLst/>
            </a:pPr>
            <a:endParaRPr kumimoji="0" lang="en-US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5304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3769"/>
            <a:ext cx="12233892" cy="81559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166F837-F9E4-0AB2-70D9-F6ABB2CAC92D}"/>
              </a:ext>
            </a:extLst>
          </p:cNvPr>
          <p:cNvSpPr/>
          <p:nvPr userDrawn="1"/>
        </p:nvSpPr>
        <p:spPr bwMode="auto">
          <a:xfrm>
            <a:off x="2714797" y="2509348"/>
            <a:ext cx="6762406" cy="1839304"/>
          </a:xfrm>
          <a:prstGeom prst="rect">
            <a:avLst/>
          </a:prstGeom>
          <a:solidFill>
            <a:srgbClr val="021927">
              <a:alpha val="82000"/>
            </a:srgbClr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1C035"/>
              </a:buClr>
              <a:buSzTx/>
              <a:buFontTx/>
              <a:buNone/>
              <a:tabLst/>
            </a:pPr>
            <a:endParaRPr kumimoji="0" lang="en-US" sz="3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B62CEE2A-D8E0-28E8-8D71-19A30631116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503342" y="0"/>
            <a:ext cx="5185316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buClrTx/>
              <a:defRPr sz="1350" b="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white"/>
                </a:solidFill>
                <a:latin typeface="Minion Pro"/>
              </a:rPr>
              <a:t>APPROVED FOR PUBLIC RELEASE. DISTRIBUTION UNLIMITED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82D51C6-A6FA-EA4B-E9D5-339D3423A210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670611" y="6586537"/>
            <a:ext cx="4850779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buClrTx/>
              <a:defRPr sz="1350" b="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white"/>
                </a:solidFill>
                <a:latin typeface="Minion Pro"/>
              </a:rPr>
              <a:t>APPROVED FOR PUBLIC RELEASE. DISTRIBUTION UNLIMITED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99B45F4-C849-7658-CCB3-CDDE977BB9F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67" b="93333" l="12963" r="93056">
                        <a14:foregroundMark x1="50231" y1="9524" x2="50231" y2="9524"/>
                        <a14:foregroundMark x1="54630" y1="9048" x2="54630" y2="9048"/>
                        <a14:foregroundMark x1="53009" y1="9048" x2="51852" y2="9048"/>
                        <a14:foregroundMark x1="49306" y1="9048" x2="24074" y2="27619"/>
                        <a14:foregroundMark x1="33333" y1="14762" x2="23380" y2="26667"/>
                        <a14:foregroundMark x1="46528" y1="6667" x2="24074" y2="59762"/>
                        <a14:foregroundMark x1="24074" y1="59762" x2="48843" y2="36905"/>
                        <a14:foregroundMark x1="61574" y1="64048" x2="61574" y2="65000"/>
                        <a14:foregroundMark x1="62269" y1="68095" x2="56019" y2="74048"/>
                        <a14:foregroundMark x1="50231" y1="75952" x2="46991" y2="77619"/>
                        <a14:foregroundMark x1="43056" y1="77857" x2="38889" y2="77857"/>
                        <a14:foregroundMark x1="31944" y1="74048" x2="30787" y2="73810"/>
                        <a14:foregroundMark x1="28241" y1="71667" x2="28241" y2="71667"/>
                        <a14:foregroundMark x1="27778" y1="70952" x2="21528" y2="70952"/>
                        <a14:foregroundMark x1="16898" y1="70952" x2="16898" y2="70952"/>
                        <a14:foregroundMark x1="15972" y1="67857" x2="13194" y2="47857"/>
                        <a14:foregroundMark x1="13194" y1="46190" x2="22685" y2="22143"/>
                        <a14:foregroundMark x1="23380" y1="23810" x2="44907" y2="13810"/>
                        <a14:foregroundMark x1="34028" y1="12143" x2="34028" y2="12143"/>
                        <a14:foregroundMark x1="47222" y1="10714" x2="58333" y2="11190"/>
                        <a14:foregroundMark x1="58102" y1="7619" x2="71296" y2="14048"/>
                        <a14:foregroundMark x1="69676" y1="12143" x2="87963" y2="61190"/>
                        <a14:foregroundMark x1="86806" y1="60952" x2="86806" y2="60952"/>
                        <a14:foregroundMark x1="90509" y1="64048" x2="90278" y2="65000"/>
                        <a14:foregroundMark x1="89583" y1="65476" x2="87500" y2="73810"/>
                        <a14:foregroundMark x1="86806" y1="73810" x2="31250" y2="78095"/>
                        <a14:foregroundMark x1="31250" y1="78095" x2="31019" y2="75238"/>
                        <a14:foregroundMark x1="53009" y1="70476" x2="82639" y2="67381"/>
                        <a14:foregroundMark x1="83796" y1="58810" x2="89583" y2="48810"/>
                        <a14:foregroundMark x1="89583" y1="45952" x2="90046" y2="54048"/>
                        <a14:foregroundMark x1="90046" y1="54048" x2="89583" y2="57619"/>
                        <a14:foregroundMark x1="89352" y1="57619" x2="89352" y2="61190"/>
                        <a14:foregroundMark x1="89352" y1="62143" x2="90046" y2="38095"/>
                        <a14:foregroundMark x1="91435" y1="46667" x2="85185" y2="21667"/>
                        <a14:foregroundMark x1="90278" y1="45952" x2="91667" y2="45952"/>
                        <a14:foregroundMark x1="93287" y1="47381" x2="93287" y2="48810"/>
                        <a14:foregroundMark x1="40278" y1="89524" x2="40278" y2="89524"/>
                        <a14:foregroundMark x1="32176" y1="86905" x2="32176" y2="86905"/>
                        <a14:foregroundMark x1="54398" y1="93333" x2="54398" y2="93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281" t="3478" r="3651" b="5760"/>
          <a:stretch/>
        </p:blipFill>
        <p:spPr bwMode="auto">
          <a:xfrm>
            <a:off x="11285020" y="51777"/>
            <a:ext cx="821010" cy="82296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</p:pic>
      <p:pic>
        <p:nvPicPr>
          <p:cNvPr id="6" name="Picture 5" descr="A blue and yellow shield with white text&#10;&#10;Description automatically generated">
            <a:extLst>
              <a:ext uri="{FF2B5EF4-FFF2-40B4-BE49-F238E27FC236}">
                <a16:creationId xmlns:a16="http://schemas.microsoft.com/office/drawing/2014/main" id="{C6F3F46B-2691-F93F-B3BC-F08B0567675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4999" y="113334"/>
            <a:ext cx="1038972" cy="71587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865CDD-161E-F049-F710-5D0B2ADA3E6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999" y="62631"/>
            <a:ext cx="1019587" cy="82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643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3769"/>
            <a:ext cx="12233892" cy="8155928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89FF37F5-3864-1A9E-1D77-44028FDB992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67" b="93333" l="12963" r="93056">
                        <a14:foregroundMark x1="50231" y1="9524" x2="50231" y2="9524"/>
                        <a14:foregroundMark x1="54630" y1="9048" x2="54630" y2="9048"/>
                        <a14:foregroundMark x1="53009" y1="9048" x2="51852" y2="9048"/>
                        <a14:foregroundMark x1="49306" y1="9048" x2="24074" y2="27619"/>
                        <a14:foregroundMark x1="33333" y1="14762" x2="23380" y2="26667"/>
                        <a14:foregroundMark x1="46528" y1="6667" x2="24074" y2="59762"/>
                        <a14:foregroundMark x1="24074" y1="59762" x2="48843" y2="36905"/>
                        <a14:foregroundMark x1="61574" y1="64048" x2="61574" y2="65000"/>
                        <a14:foregroundMark x1="62269" y1="68095" x2="56019" y2="74048"/>
                        <a14:foregroundMark x1="50231" y1="75952" x2="46991" y2="77619"/>
                        <a14:foregroundMark x1="43056" y1="77857" x2="38889" y2="77857"/>
                        <a14:foregroundMark x1="31944" y1="74048" x2="30787" y2="73810"/>
                        <a14:foregroundMark x1="28241" y1="71667" x2="28241" y2="71667"/>
                        <a14:foregroundMark x1="27778" y1="70952" x2="21528" y2="70952"/>
                        <a14:foregroundMark x1="16898" y1="70952" x2="16898" y2="70952"/>
                        <a14:foregroundMark x1="15972" y1="67857" x2="13194" y2="47857"/>
                        <a14:foregroundMark x1="13194" y1="46190" x2="22685" y2="22143"/>
                        <a14:foregroundMark x1="23380" y1="23810" x2="44907" y2="13810"/>
                        <a14:foregroundMark x1="34028" y1="12143" x2="34028" y2="12143"/>
                        <a14:foregroundMark x1="47222" y1="10714" x2="58333" y2="11190"/>
                        <a14:foregroundMark x1="58102" y1="7619" x2="71296" y2="14048"/>
                        <a14:foregroundMark x1="69676" y1="12143" x2="87963" y2="61190"/>
                        <a14:foregroundMark x1="86806" y1="60952" x2="86806" y2="60952"/>
                        <a14:foregroundMark x1="90509" y1="64048" x2="90278" y2="65000"/>
                        <a14:foregroundMark x1="89583" y1="65476" x2="87500" y2="73810"/>
                        <a14:foregroundMark x1="86806" y1="73810" x2="31250" y2="78095"/>
                        <a14:foregroundMark x1="31250" y1="78095" x2="31019" y2="75238"/>
                        <a14:foregroundMark x1="53009" y1="70476" x2="82639" y2="67381"/>
                        <a14:foregroundMark x1="83796" y1="58810" x2="89583" y2="48810"/>
                        <a14:foregroundMark x1="89583" y1="45952" x2="90046" y2="54048"/>
                        <a14:foregroundMark x1="90046" y1="54048" x2="89583" y2="57619"/>
                        <a14:foregroundMark x1="89352" y1="57619" x2="89352" y2="61190"/>
                        <a14:foregroundMark x1="89352" y1="62143" x2="90046" y2="38095"/>
                        <a14:foregroundMark x1="91435" y1="46667" x2="85185" y2="21667"/>
                        <a14:foregroundMark x1="90278" y1="45952" x2="91667" y2="45952"/>
                        <a14:foregroundMark x1="93287" y1="47381" x2="93287" y2="48810"/>
                        <a14:foregroundMark x1="40278" y1="89524" x2="40278" y2="89524"/>
                        <a14:foregroundMark x1="32176" y1="86905" x2="32176" y2="86905"/>
                        <a14:foregroundMark x1="54398" y1="93333" x2="54398" y2="93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281" t="3478" r="3651" b="5760"/>
          <a:stretch/>
        </p:blipFill>
        <p:spPr bwMode="auto">
          <a:xfrm>
            <a:off x="10135731" y="2758284"/>
            <a:ext cx="1484802" cy="1488329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</p:pic>
      <p:pic>
        <p:nvPicPr>
          <p:cNvPr id="9" name="Picture 8" descr="A blue and yellow shield with white text&#10;&#10;Description automatically generated">
            <a:extLst>
              <a:ext uri="{FF2B5EF4-FFF2-40B4-BE49-F238E27FC236}">
                <a16:creationId xmlns:a16="http://schemas.microsoft.com/office/drawing/2014/main" id="{99B9D1BF-741F-5562-7059-73D7FC07AC5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770290" y="2758283"/>
            <a:ext cx="2160053" cy="148832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166F837-F9E4-0AB2-70D9-F6ABB2CAC92D}"/>
              </a:ext>
            </a:extLst>
          </p:cNvPr>
          <p:cNvSpPr/>
          <p:nvPr userDrawn="1"/>
        </p:nvSpPr>
        <p:spPr bwMode="auto">
          <a:xfrm>
            <a:off x="5284381" y="772084"/>
            <a:ext cx="6762406" cy="1839304"/>
          </a:xfrm>
          <a:prstGeom prst="rect">
            <a:avLst/>
          </a:prstGeom>
          <a:solidFill>
            <a:srgbClr val="021927">
              <a:alpha val="82000"/>
            </a:srgbClr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1C035"/>
              </a:buClr>
              <a:buSzTx/>
              <a:buFontTx/>
              <a:buNone/>
              <a:tabLst/>
            </a:pPr>
            <a:endParaRPr kumimoji="0" lang="en-US" sz="3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B62CEE2A-D8E0-28E8-8D71-19A30631116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503342" y="0"/>
            <a:ext cx="5185316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buClrTx/>
              <a:defRPr sz="1350" b="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white"/>
                </a:solidFill>
                <a:latin typeface="Minion Pro"/>
              </a:rPr>
              <a:t>APPROVED FOR PUBLIC RELEASE. DISTRIBUTION UNLIMITED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82D51C6-A6FA-EA4B-E9D5-339D3423A210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670611" y="6586537"/>
            <a:ext cx="4850779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buClrTx/>
              <a:defRPr sz="1350" b="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white"/>
                </a:solidFill>
                <a:latin typeface="Minion Pro"/>
              </a:rPr>
              <a:t>APPROVED FOR PUBLIC RELEASE. DISTRIBUTION UNLIMITED</a:t>
            </a:r>
          </a:p>
        </p:txBody>
      </p:sp>
    </p:spTree>
    <p:extLst>
      <p:ext uri="{BB962C8B-B14F-4D97-AF65-F5344CB8AC3E}">
        <p14:creationId xmlns:p14="http://schemas.microsoft.com/office/powerpoint/2010/main" val="3160696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ertifying &amp; Qualifying 3D Printed Parts - Video Portal - Naval  Postgraduate School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602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Custom Layout">
    <p:bg>
      <p:bgPr>
        <a:gradFill flip="none" rotWithShape="1">
          <a:gsLst>
            <a:gs pos="0">
              <a:srgbClr val="47619D"/>
            </a:gs>
            <a:gs pos="76000">
              <a:schemeClr val="bg2">
                <a:shade val="30000"/>
                <a:satMod val="20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918885"/>
            <a:ext cx="12192000" cy="56613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243840" y="1098134"/>
            <a:ext cx="11704320" cy="5394960"/>
          </a:xfrm>
          <a:prstGeom prst="rect">
            <a:avLst/>
          </a:prstGeom>
        </p:spPr>
        <p:txBody>
          <a:bodyPr>
            <a:normAutofit/>
          </a:bodyPr>
          <a:lstStyle>
            <a:lvl1pPr marL="257175" indent="-257175">
              <a:buFont typeface="Wingdings" charset="2"/>
              <a:buChar char="§"/>
              <a:defRPr sz="1800" baseline="0">
                <a:solidFill>
                  <a:schemeClr val="bg1"/>
                </a:solidFill>
                <a:latin typeface="Minion Pro"/>
                <a:cs typeface="Minion Pro"/>
              </a:defRPr>
            </a:lvl1pPr>
            <a:lvl2pPr marL="557213" indent="-214313">
              <a:buFont typeface="Wingdings" charset="2"/>
              <a:buChar char="§"/>
              <a:defRPr sz="1800" baseline="0">
                <a:solidFill>
                  <a:schemeClr val="bg1"/>
                </a:solidFill>
                <a:latin typeface="Minion Pro"/>
                <a:cs typeface="Minion Pro"/>
              </a:defRPr>
            </a:lvl2pPr>
            <a:lvl3pPr marL="857250" indent="-171450">
              <a:buFont typeface="Wingdings" charset="2"/>
              <a:buChar char="§"/>
              <a:defRPr sz="1800" baseline="0">
                <a:solidFill>
                  <a:schemeClr val="bg1"/>
                </a:solidFill>
                <a:latin typeface="Minion Pro"/>
                <a:cs typeface="Minion Pro"/>
              </a:defRPr>
            </a:lvl3pPr>
            <a:lvl4pPr marL="1200150" indent="-171450">
              <a:buFont typeface="Wingdings" charset="2"/>
              <a:buChar char="§"/>
              <a:defRPr sz="1800" baseline="0">
                <a:solidFill>
                  <a:schemeClr val="bg1"/>
                </a:solidFill>
                <a:latin typeface="Minion Pro"/>
                <a:cs typeface="Minion Pro"/>
              </a:defRPr>
            </a:lvl4pPr>
            <a:lvl5pPr marL="1543050" indent="-171450">
              <a:buFont typeface="Wingdings" charset="2"/>
              <a:buChar char="§"/>
              <a:defRPr sz="1800" baseline="0">
                <a:solidFill>
                  <a:schemeClr val="bg1"/>
                </a:solidFill>
                <a:latin typeface="Minion Pro"/>
                <a:cs typeface="Minion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851155C-60B3-4AD9-BD32-76BF82908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180" y="268001"/>
            <a:ext cx="9917406" cy="5234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80000"/>
              </a:lnSpc>
              <a:defRPr sz="2800" b="0" i="0" kern="1100" spc="0">
                <a:solidFill>
                  <a:schemeClr val="tx1"/>
                </a:solidFill>
                <a:latin typeface="Minion Pro"/>
                <a:cs typeface="Minion Pro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941190-71BE-4D41-AA7F-D37968A05912}"/>
              </a:ext>
            </a:extLst>
          </p:cNvPr>
          <p:cNvSpPr txBox="1"/>
          <p:nvPr userDrawn="1"/>
        </p:nvSpPr>
        <p:spPr>
          <a:xfrm>
            <a:off x="11600597" y="6557652"/>
            <a:ext cx="5914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8D35740-47B1-4463-B18A-275998FA9373}" type="slidenum">
              <a:rPr lang="en-US" sz="1600" smtClean="0"/>
              <a:pPr algn="ctr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62CEE2A-D8E0-28E8-8D71-19A30631116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503342" y="0"/>
            <a:ext cx="5185316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buClrTx/>
              <a:defRPr sz="1350" b="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solidFill>
                <a:schemeClr val="tx1"/>
              </a:solidFill>
              <a:latin typeface="Minion Pro"/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82D51C6-A6FA-EA4B-E9D5-339D3423A210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670611" y="6586537"/>
            <a:ext cx="4850779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buClrTx/>
              <a:defRPr sz="1350" b="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solidFill>
                <a:schemeClr val="tx1"/>
              </a:solidFill>
              <a:latin typeface="Minion Pro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89FF37F5-3864-1A9E-1D77-44028FDB992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67" b="93333" l="12963" r="93056">
                        <a14:foregroundMark x1="50231" y1="9524" x2="50231" y2="9524"/>
                        <a14:foregroundMark x1="54630" y1="9048" x2="54630" y2="9048"/>
                        <a14:foregroundMark x1="53009" y1="9048" x2="51852" y2="9048"/>
                        <a14:foregroundMark x1="49306" y1="9048" x2="24074" y2="27619"/>
                        <a14:foregroundMark x1="33333" y1="14762" x2="23380" y2="26667"/>
                        <a14:foregroundMark x1="46528" y1="6667" x2="24074" y2="59762"/>
                        <a14:foregroundMark x1="24074" y1="59762" x2="48843" y2="36905"/>
                        <a14:foregroundMark x1="61574" y1="64048" x2="61574" y2="65000"/>
                        <a14:foregroundMark x1="62269" y1="68095" x2="56019" y2="74048"/>
                        <a14:foregroundMark x1="50231" y1="75952" x2="46991" y2="77619"/>
                        <a14:foregroundMark x1="43056" y1="77857" x2="38889" y2="77857"/>
                        <a14:foregroundMark x1="31944" y1="74048" x2="30787" y2="73810"/>
                        <a14:foregroundMark x1="28241" y1="71667" x2="28241" y2="71667"/>
                        <a14:foregroundMark x1="27778" y1="70952" x2="21528" y2="70952"/>
                        <a14:foregroundMark x1="16898" y1="70952" x2="16898" y2="70952"/>
                        <a14:foregroundMark x1="15972" y1="67857" x2="13194" y2="47857"/>
                        <a14:foregroundMark x1="13194" y1="46190" x2="22685" y2="22143"/>
                        <a14:foregroundMark x1="23380" y1="23810" x2="44907" y2="13810"/>
                        <a14:foregroundMark x1="34028" y1="12143" x2="34028" y2="12143"/>
                        <a14:foregroundMark x1="47222" y1="10714" x2="58333" y2="11190"/>
                        <a14:foregroundMark x1="58102" y1="7619" x2="71296" y2="14048"/>
                        <a14:foregroundMark x1="69676" y1="12143" x2="87963" y2="61190"/>
                        <a14:foregroundMark x1="86806" y1="60952" x2="86806" y2="60952"/>
                        <a14:foregroundMark x1="90509" y1="64048" x2="90278" y2="65000"/>
                        <a14:foregroundMark x1="89583" y1="65476" x2="87500" y2="73810"/>
                        <a14:foregroundMark x1="86806" y1="73810" x2="31250" y2="78095"/>
                        <a14:foregroundMark x1="31250" y1="78095" x2="31019" y2="75238"/>
                        <a14:foregroundMark x1="53009" y1="70476" x2="82639" y2="67381"/>
                        <a14:foregroundMark x1="83796" y1="58810" x2="89583" y2="48810"/>
                        <a14:foregroundMark x1="89583" y1="45952" x2="90046" y2="54048"/>
                        <a14:foregroundMark x1="90046" y1="54048" x2="89583" y2="57619"/>
                        <a14:foregroundMark x1="89352" y1="57619" x2="89352" y2="61190"/>
                        <a14:foregroundMark x1="89352" y1="62143" x2="90046" y2="38095"/>
                        <a14:foregroundMark x1="91435" y1="46667" x2="85185" y2="21667"/>
                        <a14:foregroundMark x1="90278" y1="45952" x2="91667" y2="45952"/>
                        <a14:foregroundMark x1="93287" y1="47381" x2="93287" y2="48810"/>
                        <a14:foregroundMark x1="40278" y1="89524" x2="40278" y2="89524"/>
                        <a14:foregroundMark x1="32176" y1="86905" x2="32176" y2="86905"/>
                        <a14:foregroundMark x1="54398" y1="93333" x2="54398" y2="93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281" t="3478" r="3651" b="5760"/>
          <a:stretch/>
        </p:blipFill>
        <p:spPr bwMode="auto">
          <a:xfrm>
            <a:off x="11285020" y="51777"/>
            <a:ext cx="821010" cy="82296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</p:pic>
      <p:pic>
        <p:nvPicPr>
          <p:cNvPr id="15" name="Picture 14" descr="A blue and yellow shield with white text&#10;&#10;Description automatically generated">
            <a:extLst>
              <a:ext uri="{FF2B5EF4-FFF2-40B4-BE49-F238E27FC236}">
                <a16:creationId xmlns:a16="http://schemas.microsoft.com/office/drawing/2014/main" id="{B644AC0E-F339-2099-5DA5-7BA294F56E6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4999" y="113334"/>
            <a:ext cx="1038972" cy="715878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61BBBBBC-0C54-02FF-A2F7-E07E31AE1FE2}"/>
              </a:ext>
            </a:extLst>
          </p:cNvPr>
          <p:cNvSpPr txBox="1">
            <a:spLocks/>
          </p:cNvSpPr>
          <p:nvPr userDrawn="1"/>
        </p:nvSpPr>
        <p:spPr>
          <a:xfrm>
            <a:off x="0" y="6589770"/>
            <a:ext cx="3044283" cy="268231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aseline="0" dirty="0">
                <a:solidFill>
                  <a:schemeClr val="tx1"/>
                </a:solidFill>
                <a:latin typeface="Minion Pro"/>
                <a:cs typeface="Arial" panose="020B0604020202020204" pitchFamily="34" charset="0"/>
              </a:rPr>
              <a:t>?? February</a:t>
            </a:r>
            <a:r>
              <a:rPr lang="en-US" sz="1200" dirty="0">
                <a:solidFill>
                  <a:schemeClr val="tx1"/>
                </a:solidFill>
                <a:latin typeface="Minion Pro"/>
                <a:cs typeface="Arial" panose="020B0604020202020204" pitchFamily="34" charset="0"/>
              </a:rPr>
              <a:t> 2026  |  Dissertation Defense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D54C28-E4F9-B258-AD8C-9D39F50487E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999" y="62631"/>
            <a:ext cx="1019587" cy="82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9492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Custom Layout">
    <p:bg>
      <p:bgPr>
        <a:gradFill flip="none" rotWithShape="1">
          <a:gsLst>
            <a:gs pos="0">
              <a:srgbClr val="47619D"/>
            </a:gs>
            <a:gs pos="76000">
              <a:schemeClr val="bg2">
                <a:shade val="30000"/>
                <a:satMod val="20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918885"/>
            <a:ext cx="12192000" cy="56613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243840" y="1098134"/>
            <a:ext cx="11704320" cy="5394960"/>
          </a:xfrm>
          <a:prstGeom prst="rect">
            <a:avLst/>
          </a:prstGeom>
        </p:spPr>
        <p:txBody>
          <a:bodyPr>
            <a:normAutofit/>
          </a:bodyPr>
          <a:lstStyle>
            <a:lvl1pPr marL="257175" indent="-257175">
              <a:buFont typeface="Wingdings" charset="2"/>
              <a:buChar char="§"/>
              <a:defRPr sz="1800" baseline="0">
                <a:solidFill>
                  <a:schemeClr val="bg1"/>
                </a:solidFill>
                <a:latin typeface="Minion Pro"/>
                <a:cs typeface="Minion Pro"/>
              </a:defRPr>
            </a:lvl1pPr>
            <a:lvl2pPr marL="557213" indent="-214313">
              <a:buFont typeface="Wingdings" charset="2"/>
              <a:buChar char="§"/>
              <a:defRPr sz="1800" baseline="0">
                <a:solidFill>
                  <a:schemeClr val="bg1"/>
                </a:solidFill>
                <a:latin typeface="Minion Pro"/>
                <a:cs typeface="Minion Pro"/>
              </a:defRPr>
            </a:lvl2pPr>
            <a:lvl3pPr marL="857250" indent="-171450">
              <a:buFont typeface="Wingdings" charset="2"/>
              <a:buChar char="§"/>
              <a:defRPr sz="1800" baseline="0">
                <a:solidFill>
                  <a:schemeClr val="bg1"/>
                </a:solidFill>
                <a:latin typeface="Minion Pro"/>
                <a:cs typeface="Minion Pro"/>
              </a:defRPr>
            </a:lvl3pPr>
            <a:lvl4pPr marL="1200150" indent="-171450">
              <a:buFont typeface="Wingdings" charset="2"/>
              <a:buChar char="§"/>
              <a:defRPr sz="1800" baseline="0">
                <a:solidFill>
                  <a:schemeClr val="bg1"/>
                </a:solidFill>
                <a:latin typeface="Minion Pro"/>
                <a:cs typeface="Minion Pro"/>
              </a:defRPr>
            </a:lvl4pPr>
            <a:lvl5pPr marL="1543050" indent="-171450">
              <a:buFont typeface="Wingdings" charset="2"/>
              <a:buChar char="§"/>
              <a:defRPr sz="1800" baseline="0">
                <a:solidFill>
                  <a:schemeClr val="bg1"/>
                </a:solidFill>
                <a:latin typeface="Minion Pro"/>
                <a:cs typeface="Minion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851155C-60B3-4AD9-BD32-76BF82908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180" y="268001"/>
            <a:ext cx="9917406" cy="5234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80000"/>
              </a:lnSpc>
              <a:defRPr sz="2800" b="0" i="0" kern="1100" spc="0">
                <a:solidFill>
                  <a:schemeClr val="tx1"/>
                </a:solidFill>
                <a:latin typeface="Minion Pro"/>
                <a:cs typeface="Minion Pro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941190-71BE-4D41-AA7F-D37968A05912}"/>
              </a:ext>
            </a:extLst>
          </p:cNvPr>
          <p:cNvSpPr txBox="1"/>
          <p:nvPr userDrawn="1"/>
        </p:nvSpPr>
        <p:spPr>
          <a:xfrm>
            <a:off x="11600597" y="6557652"/>
            <a:ext cx="5914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8D35740-47B1-4463-B18A-275998FA9373}" type="slidenum">
              <a:rPr lang="en-US" sz="1600" smtClean="0"/>
              <a:pPr algn="ctr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62CEE2A-D8E0-28E8-8D71-19A30631116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503342" y="0"/>
            <a:ext cx="5185316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buClrTx/>
              <a:defRPr sz="1350" b="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/>
                </a:solidFill>
                <a:latin typeface="Minion Pro"/>
              </a:rPr>
              <a:t>APPROVED FOR PUBLIC RELEASE. DISTRIBUTION UNLIMITED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82D51C6-A6FA-EA4B-E9D5-339D3423A210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670611" y="6586537"/>
            <a:ext cx="4850779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buClrTx/>
              <a:defRPr sz="1350" b="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/>
                </a:solidFill>
                <a:latin typeface="Minion Pro"/>
              </a:rPr>
              <a:t>APPROVED FOR PUBLIC RELEASE. DISTRIBUTION UNLIMITED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89FF37F5-3864-1A9E-1D77-44028FDB992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67" b="93333" l="12963" r="93056">
                        <a14:foregroundMark x1="50231" y1="9524" x2="50231" y2="9524"/>
                        <a14:foregroundMark x1="54630" y1="9048" x2="54630" y2="9048"/>
                        <a14:foregroundMark x1="53009" y1="9048" x2="51852" y2="9048"/>
                        <a14:foregroundMark x1="49306" y1="9048" x2="24074" y2="27619"/>
                        <a14:foregroundMark x1="33333" y1="14762" x2="23380" y2="26667"/>
                        <a14:foregroundMark x1="46528" y1="6667" x2="24074" y2="59762"/>
                        <a14:foregroundMark x1="24074" y1="59762" x2="48843" y2="36905"/>
                        <a14:foregroundMark x1="61574" y1="64048" x2="61574" y2="65000"/>
                        <a14:foregroundMark x1="62269" y1="68095" x2="56019" y2="74048"/>
                        <a14:foregroundMark x1="50231" y1="75952" x2="46991" y2="77619"/>
                        <a14:foregroundMark x1="43056" y1="77857" x2="38889" y2="77857"/>
                        <a14:foregroundMark x1="31944" y1="74048" x2="30787" y2="73810"/>
                        <a14:foregroundMark x1="28241" y1="71667" x2="28241" y2="71667"/>
                        <a14:foregroundMark x1="27778" y1="70952" x2="21528" y2="70952"/>
                        <a14:foregroundMark x1="16898" y1="70952" x2="16898" y2="70952"/>
                        <a14:foregroundMark x1="15972" y1="67857" x2="13194" y2="47857"/>
                        <a14:foregroundMark x1="13194" y1="46190" x2="22685" y2="22143"/>
                        <a14:foregroundMark x1="23380" y1="23810" x2="44907" y2="13810"/>
                        <a14:foregroundMark x1="34028" y1="12143" x2="34028" y2="12143"/>
                        <a14:foregroundMark x1="47222" y1="10714" x2="58333" y2="11190"/>
                        <a14:foregroundMark x1="58102" y1="7619" x2="71296" y2="14048"/>
                        <a14:foregroundMark x1="69676" y1="12143" x2="87963" y2="61190"/>
                        <a14:foregroundMark x1="86806" y1="60952" x2="86806" y2="60952"/>
                        <a14:foregroundMark x1="90509" y1="64048" x2="90278" y2="65000"/>
                        <a14:foregroundMark x1="89583" y1="65476" x2="87500" y2="73810"/>
                        <a14:foregroundMark x1="86806" y1="73810" x2="31250" y2="78095"/>
                        <a14:foregroundMark x1="31250" y1="78095" x2="31019" y2="75238"/>
                        <a14:foregroundMark x1="53009" y1="70476" x2="82639" y2="67381"/>
                        <a14:foregroundMark x1="83796" y1="58810" x2="89583" y2="48810"/>
                        <a14:foregroundMark x1="89583" y1="45952" x2="90046" y2="54048"/>
                        <a14:foregroundMark x1="90046" y1="54048" x2="89583" y2="57619"/>
                        <a14:foregroundMark x1="89352" y1="57619" x2="89352" y2="61190"/>
                        <a14:foregroundMark x1="89352" y1="62143" x2="90046" y2="38095"/>
                        <a14:foregroundMark x1="91435" y1="46667" x2="85185" y2="21667"/>
                        <a14:foregroundMark x1="90278" y1="45952" x2="91667" y2="45952"/>
                        <a14:foregroundMark x1="93287" y1="47381" x2="93287" y2="48810"/>
                        <a14:foregroundMark x1="40278" y1="89524" x2="40278" y2="89524"/>
                        <a14:foregroundMark x1="32176" y1="86905" x2="32176" y2="86905"/>
                        <a14:foregroundMark x1="54398" y1="93333" x2="54398" y2="93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281" t="3478" r="3651" b="5760"/>
          <a:stretch/>
        </p:blipFill>
        <p:spPr bwMode="auto">
          <a:xfrm>
            <a:off x="11285020" y="51777"/>
            <a:ext cx="821010" cy="82296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</p:pic>
      <p:pic>
        <p:nvPicPr>
          <p:cNvPr id="15" name="Picture 14" descr="A blue and yellow shield with white text&#10;&#10;Description automatically generated">
            <a:extLst>
              <a:ext uri="{FF2B5EF4-FFF2-40B4-BE49-F238E27FC236}">
                <a16:creationId xmlns:a16="http://schemas.microsoft.com/office/drawing/2014/main" id="{B644AC0E-F339-2099-5DA5-7BA294F56E6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4999" y="113334"/>
            <a:ext cx="1038972" cy="715878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61BBBBBC-0C54-02FF-A2F7-E07E31AE1FE2}"/>
              </a:ext>
            </a:extLst>
          </p:cNvPr>
          <p:cNvSpPr txBox="1">
            <a:spLocks/>
          </p:cNvSpPr>
          <p:nvPr userDrawn="1"/>
        </p:nvSpPr>
        <p:spPr>
          <a:xfrm>
            <a:off x="0" y="6589770"/>
            <a:ext cx="3044283" cy="268231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aseline="0" dirty="0">
                <a:solidFill>
                  <a:schemeClr val="tx1"/>
                </a:solidFill>
                <a:latin typeface="Minion Pro"/>
                <a:cs typeface="Arial" panose="020B0604020202020204" pitchFamily="34" charset="0"/>
              </a:rPr>
              <a:t>?? February</a:t>
            </a:r>
            <a:r>
              <a:rPr lang="en-US" sz="1200" dirty="0">
                <a:solidFill>
                  <a:schemeClr val="tx1"/>
                </a:solidFill>
                <a:latin typeface="Minion Pro"/>
                <a:cs typeface="Arial" panose="020B0604020202020204" pitchFamily="34" charset="0"/>
              </a:rPr>
              <a:t> 2026  |  Dissertation Defense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D54C28-E4F9-B258-AD8C-9D39F50487E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999" y="62631"/>
            <a:ext cx="1019587" cy="82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39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Custom Layout">
    <p:bg>
      <p:bgPr>
        <a:gradFill flip="none" rotWithShape="1">
          <a:gsLst>
            <a:gs pos="0">
              <a:srgbClr val="47619D"/>
            </a:gs>
            <a:gs pos="76000">
              <a:schemeClr val="bg2">
                <a:shade val="30000"/>
                <a:satMod val="20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918885"/>
            <a:ext cx="12192000" cy="56613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243840" y="1098134"/>
            <a:ext cx="11704320" cy="5394960"/>
          </a:xfrm>
          <a:prstGeom prst="rect">
            <a:avLst/>
          </a:prstGeom>
        </p:spPr>
        <p:txBody>
          <a:bodyPr>
            <a:normAutofit/>
          </a:bodyPr>
          <a:lstStyle>
            <a:lvl1pPr marL="257175" indent="-257175">
              <a:buFont typeface="Wingdings" charset="2"/>
              <a:buChar char="§"/>
              <a:defRPr sz="1800" baseline="0">
                <a:solidFill>
                  <a:schemeClr val="bg1"/>
                </a:solidFill>
                <a:latin typeface="Minion Pro"/>
                <a:cs typeface="Minion Pro"/>
              </a:defRPr>
            </a:lvl1pPr>
            <a:lvl2pPr marL="557213" indent="-214313">
              <a:buFont typeface="Wingdings" charset="2"/>
              <a:buChar char="§"/>
              <a:defRPr sz="1800" baseline="0">
                <a:solidFill>
                  <a:schemeClr val="bg1"/>
                </a:solidFill>
                <a:latin typeface="Minion Pro"/>
                <a:cs typeface="Minion Pro"/>
              </a:defRPr>
            </a:lvl2pPr>
            <a:lvl3pPr marL="857250" indent="-171450">
              <a:buFont typeface="Wingdings" charset="2"/>
              <a:buChar char="§"/>
              <a:defRPr sz="1800" baseline="0">
                <a:solidFill>
                  <a:schemeClr val="bg1"/>
                </a:solidFill>
                <a:latin typeface="Minion Pro"/>
                <a:cs typeface="Minion Pro"/>
              </a:defRPr>
            </a:lvl3pPr>
            <a:lvl4pPr marL="1200150" indent="-171450">
              <a:buFont typeface="Wingdings" charset="2"/>
              <a:buChar char="§"/>
              <a:defRPr sz="1800" baseline="0">
                <a:solidFill>
                  <a:schemeClr val="bg1"/>
                </a:solidFill>
                <a:latin typeface="Minion Pro"/>
                <a:cs typeface="Minion Pro"/>
              </a:defRPr>
            </a:lvl4pPr>
            <a:lvl5pPr marL="1543050" indent="-171450">
              <a:buFont typeface="Wingdings" charset="2"/>
              <a:buChar char="§"/>
              <a:defRPr sz="1800" baseline="0">
                <a:solidFill>
                  <a:schemeClr val="bg1"/>
                </a:solidFill>
                <a:latin typeface="Minion Pro"/>
                <a:cs typeface="Minion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851155C-60B3-4AD9-BD32-76BF82908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180" y="268001"/>
            <a:ext cx="10024948" cy="5234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80000"/>
              </a:lnSpc>
              <a:defRPr sz="2800" b="0" i="0" kern="1100" spc="0">
                <a:solidFill>
                  <a:schemeClr val="tx1"/>
                </a:solidFill>
                <a:latin typeface="Minion Pro"/>
                <a:cs typeface="Minion Pro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941190-71BE-4D41-AA7F-D37968A05912}"/>
              </a:ext>
            </a:extLst>
          </p:cNvPr>
          <p:cNvSpPr txBox="1"/>
          <p:nvPr userDrawn="1"/>
        </p:nvSpPr>
        <p:spPr>
          <a:xfrm>
            <a:off x="11600597" y="6557652"/>
            <a:ext cx="5914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8D35740-47B1-4463-B18A-275998FA9373}" type="slidenum">
              <a:rPr lang="en-US" sz="1600" smtClean="0"/>
              <a:pPr algn="ctr"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62CEE2A-D8E0-28E8-8D71-19A30631116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503342" y="0"/>
            <a:ext cx="5185316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buClrTx/>
              <a:defRPr sz="1350" b="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/>
                </a:solidFill>
                <a:latin typeface="Minion Pro"/>
              </a:rPr>
              <a:t>APPROVED FOR PUBLIC RELEASE. DISTRIBUTION UNLIMITED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82D51C6-A6FA-EA4B-E9D5-339D3423A210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670611" y="6586537"/>
            <a:ext cx="4850779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buClrTx/>
              <a:defRPr sz="1350" b="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/>
                </a:solidFill>
                <a:latin typeface="Minion Pro"/>
              </a:rPr>
              <a:t>APPROVED FOR PUBLIC RELEASE. DISTRIBUTION UNLIMITED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89FF37F5-3864-1A9E-1D77-44028FDB992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67" b="93333" l="12963" r="93056">
                        <a14:foregroundMark x1="50231" y1="9524" x2="50231" y2="9524"/>
                        <a14:foregroundMark x1="54630" y1="9048" x2="54630" y2="9048"/>
                        <a14:foregroundMark x1="53009" y1="9048" x2="51852" y2="9048"/>
                        <a14:foregroundMark x1="49306" y1="9048" x2="24074" y2="27619"/>
                        <a14:foregroundMark x1="33333" y1="14762" x2="23380" y2="26667"/>
                        <a14:foregroundMark x1="46528" y1="6667" x2="24074" y2="59762"/>
                        <a14:foregroundMark x1="24074" y1="59762" x2="48843" y2="36905"/>
                        <a14:foregroundMark x1="61574" y1="64048" x2="61574" y2="65000"/>
                        <a14:foregroundMark x1="62269" y1="68095" x2="56019" y2="74048"/>
                        <a14:foregroundMark x1="50231" y1="75952" x2="46991" y2="77619"/>
                        <a14:foregroundMark x1="43056" y1="77857" x2="38889" y2="77857"/>
                        <a14:foregroundMark x1="31944" y1="74048" x2="30787" y2="73810"/>
                        <a14:foregroundMark x1="28241" y1="71667" x2="28241" y2="71667"/>
                        <a14:foregroundMark x1="27778" y1="70952" x2="21528" y2="70952"/>
                        <a14:foregroundMark x1="16898" y1="70952" x2="16898" y2="70952"/>
                        <a14:foregroundMark x1="15972" y1="67857" x2="13194" y2="47857"/>
                        <a14:foregroundMark x1="13194" y1="46190" x2="22685" y2="22143"/>
                        <a14:foregroundMark x1="23380" y1="23810" x2="44907" y2="13810"/>
                        <a14:foregroundMark x1="34028" y1="12143" x2="34028" y2="12143"/>
                        <a14:foregroundMark x1="47222" y1="10714" x2="58333" y2="11190"/>
                        <a14:foregroundMark x1="58102" y1="7619" x2="71296" y2="14048"/>
                        <a14:foregroundMark x1="69676" y1="12143" x2="87963" y2="61190"/>
                        <a14:foregroundMark x1="86806" y1="60952" x2="86806" y2="60952"/>
                        <a14:foregroundMark x1="90509" y1="64048" x2="90278" y2="65000"/>
                        <a14:foregroundMark x1="89583" y1="65476" x2="87500" y2="73810"/>
                        <a14:foregroundMark x1="86806" y1="73810" x2="31250" y2="78095"/>
                        <a14:foregroundMark x1="31250" y1="78095" x2="31019" y2="75238"/>
                        <a14:foregroundMark x1="53009" y1="70476" x2="82639" y2="67381"/>
                        <a14:foregroundMark x1="83796" y1="58810" x2="89583" y2="48810"/>
                        <a14:foregroundMark x1="89583" y1="45952" x2="90046" y2="54048"/>
                        <a14:foregroundMark x1="90046" y1="54048" x2="89583" y2="57619"/>
                        <a14:foregroundMark x1="89352" y1="57619" x2="89352" y2="61190"/>
                        <a14:foregroundMark x1="89352" y1="62143" x2="90046" y2="38095"/>
                        <a14:foregroundMark x1="91435" y1="46667" x2="85185" y2="21667"/>
                        <a14:foregroundMark x1="90278" y1="45952" x2="91667" y2="45952"/>
                        <a14:foregroundMark x1="93287" y1="47381" x2="93287" y2="48810"/>
                        <a14:foregroundMark x1="40278" y1="89524" x2="40278" y2="89524"/>
                        <a14:foregroundMark x1="32176" y1="86905" x2="32176" y2="86905"/>
                        <a14:foregroundMark x1="54398" y1="93333" x2="54398" y2="93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281" t="3478" r="3651" b="5760"/>
          <a:stretch/>
        </p:blipFill>
        <p:spPr bwMode="auto">
          <a:xfrm>
            <a:off x="11285020" y="51777"/>
            <a:ext cx="821010" cy="82296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</p:pic>
      <p:pic>
        <p:nvPicPr>
          <p:cNvPr id="15" name="Picture 14" descr="A blue and yellow shield with white text&#10;&#10;Description automatically generated">
            <a:extLst>
              <a:ext uri="{FF2B5EF4-FFF2-40B4-BE49-F238E27FC236}">
                <a16:creationId xmlns:a16="http://schemas.microsoft.com/office/drawing/2014/main" id="{B644AC0E-F339-2099-5DA5-7BA294F56E6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4999" y="113334"/>
            <a:ext cx="1038972" cy="715878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61BBBBBC-0C54-02FF-A2F7-E07E31AE1FE2}"/>
              </a:ext>
            </a:extLst>
          </p:cNvPr>
          <p:cNvSpPr txBox="1">
            <a:spLocks/>
          </p:cNvSpPr>
          <p:nvPr userDrawn="1"/>
        </p:nvSpPr>
        <p:spPr>
          <a:xfrm>
            <a:off x="1" y="6589770"/>
            <a:ext cx="1661746" cy="268231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/>
                </a:solidFill>
                <a:latin typeface="Minion Pro"/>
                <a:cs typeface="Arial" panose="020B0604020202020204" pitchFamily="34" charset="0"/>
              </a:rPr>
              <a:t>Dissertation Proposal</a:t>
            </a:r>
          </a:p>
        </p:txBody>
      </p:sp>
    </p:spTree>
    <p:extLst>
      <p:ext uri="{BB962C8B-B14F-4D97-AF65-F5344CB8AC3E}">
        <p14:creationId xmlns:p14="http://schemas.microsoft.com/office/powerpoint/2010/main" val="3248199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Custom Layout">
    <p:bg>
      <p:bgPr>
        <a:gradFill rotWithShape="1">
          <a:gsLst>
            <a:gs pos="0">
              <a:srgbClr val="47619D"/>
            </a:gs>
            <a:gs pos="76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AMPUS.jpg">
            <a:extLst>
              <a:ext uri="{FF2B5EF4-FFF2-40B4-BE49-F238E27FC236}">
                <a16:creationId xmlns:a16="http://schemas.microsoft.com/office/drawing/2014/main" id="{6171642E-06AA-65E6-9DF3-394704FCAA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0" b="23860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918885"/>
            <a:ext cx="12192000" cy="56613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31520" y="1098134"/>
            <a:ext cx="10728960" cy="5316322"/>
          </a:xfrm>
          <a:prstGeom prst="rect">
            <a:avLst/>
          </a:prstGeom>
        </p:spPr>
        <p:txBody>
          <a:bodyPr>
            <a:normAutofit/>
          </a:bodyPr>
          <a:lstStyle>
            <a:lvl1pPr marL="257175" indent="-257175">
              <a:buFont typeface="Wingdings" charset="2"/>
              <a:buChar char="§"/>
              <a:defRPr sz="1800" baseline="0">
                <a:solidFill>
                  <a:srgbClr val="364A7A"/>
                </a:solidFill>
                <a:latin typeface="Minion Pro"/>
                <a:cs typeface="Minion Pro"/>
              </a:defRPr>
            </a:lvl1pPr>
            <a:lvl2pPr marL="557213" indent="-214313">
              <a:buFont typeface="Wingdings" charset="2"/>
              <a:buChar char="§"/>
              <a:defRPr sz="1800" baseline="0">
                <a:solidFill>
                  <a:srgbClr val="364A7A"/>
                </a:solidFill>
                <a:latin typeface="Minion Pro"/>
                <a:cs typeface="Minion Pro"/>
              </a:defRPr>
            </a:lvl2pPr>
            <a:lvl3pPr marL="857250" indent="-171450">
              <a:buFont typeface="Wingdings" charset="2"/>
              <a:buChar char="§"/>
              <a:defRPr sz="1800" baseline="0">
                <a:solidFill>
                  <a:srgbClr val="364A7A"/>
                </a:solidFill>
                <a:latin typeface="Minion Pro"/>
                <a:cs typeface="Minion Pro"/>
              </a:defRPr>
            </a:lvl3pPr>
            <a:lvl4pPr marL="1200150" indent="-171450">
              <a:buFont typeface="Wingdings" charset="2"/>
              <a:buChar char="§"/>
              <a:defRPr sz="1800" baseline="0">
                <a:solidFill>
                  <a:srgbClr val="364A7A"/>
                </a:solidFill>
                <a:latin typeface="Minion Pro"/>
                <a:cs typeface="Minion Pro"/>
              </a:defRPr>
            </a:lvl4pPr>
            <a:lvl5pPr marL="1543050" indent="-171450">
              <a:buFont typeface="Wingdings" charset="2"/>
              <a:buChar char="§"/>
              <a:defRPr sz="1800" baseline="0">
                <a:solidFill>
                  <a:srgbClr val="364A7A"/>
                </a:solidFill>
                <a:latin typeface="Minion Pro"/>
                <a:cs typeface="Minion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851155C-60B3-4AD9-BD32-76BF82908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180" y="268001"/>
            <a:ext cx="10024948" cy="5234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80000"/>
              </a:lnSpc>
              <a:defRPr sz="2800" b="0" i="0" kern="1100" spc="0">
                <a:solidFill>
                  <a:schemeClr val="tx1"/>
                </a:solidFill>
                <a:latin typeface="Minion Pro"/>
                <a:cs typeface="Minion Pro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941190-71BE-4D41-AA7F-D37968A05912}"/>
              </a:ext>
            </a:extLst>
          </p:cNvPr>
          <p:cNvSpPr txBox="1"/>
          <p:nvPr userDrawn="1"/>
        </p:nvSpPr>
        <p:spPr>
          <a:xfrm>
            <a:off x="11600597" y="6557652"/>
            <a:ext cx="5914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8D35740-47B1-4463-B18A-275998FA9373}" type="slidenum">
              <a:rPr lang="en-US" sz="1600" smtClean="0"/>
              <a:pPr algn="ctr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62CEE2A-D8E0-28E8-8D71-19A30631116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503342" y="0"/>
            <a:ext cx="5185316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buClrTx/>
              <a:defRPr sz="1350" b="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/>
                </a:solidFill>
                <a:latin typeface="Minion Pro"/>
              </a:rPr>
              <a:t>APPROVED FOR PUBLIC RELEASE. DISTRIBUTION UNLIMITED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82D51C6-A6FA-EA4B-E9D5-339D3423A210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670611" y="6586537"/>
            <a:ext cx="4850779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buClrTx/>
              <a:defRPr sz="1350" b="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/>
                </a:solidFill>
                <a:latin typeface="Minion Pro"/>
              </a:rPr>
              <a:t>APPROVED FOR PUBLIC RELEASE. DISTRIBUTION UNLIMITED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89FF37F5-3864-1A9E-1D77-44028FDB992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67" b="93333" l="12963" r="93056">
                        <a14:foregroundMark x1="50231" y1="9524" x2="50231" y2="9524"/>
                        <a14:foregroundMark x1="54630" y1="9048" x2="54630" y2="9048"/>
                        <a14:foregroundMark x1="53009" y1="9048" x2="51852" y2="9048"/>
                        <a14:foregroundMark x1="49306" y1="9048" x2="24074" y2="27619"/>
                        <a14:foregroundMark x1="33333" y1="14762" x2="23380" y2="26667"/>
                        <a14:foregroundMark x1="46528" y1="6667" x2="24074" y2="59762"/>
                        <a14:foregroundMark x1="24074" y1="59762" x2="48843" y2="36905"/>
                        <a14:foregroundMark x1="61574" y1="64048" x2="61574" y2="65000"/>
                        <a14:foregroundMark x1="62269" y1="68095" x2="56019" y2="74048"/>
                        <a14:foregroundMark x1="50231" y1="75952" x2="46991" y2="77619"/>
                        <a14:foregroundMark x1="43056" y1="77857" x2="38889" y2="77857"/>
                        <a14:foregroundMark x1="31944" y1="74048" x2="30787" y2="73810"/>
                        <a14:foregroundMark x1="28241" y1="71667" x2="28241" y2="71667"/>
                        <a14:foregroundMark x1="27778" y1="70952" x2="21528" y2="70952"/>
                        <a14:foregroundMark x1="16898" y1="70952" x2="16898" y2="70952"/>
                        <a14:foregroundMark x1="15972" y1="67857" x2="13194" y2="47857"/>
                        <a14:foregroundMark x1="13194" y1="46190" x2="22685" y2="22143"/>
                        <a14:foregroundMark x1="23380" y1="23810" x2="44907" y2="13810"/>
                        <a14:foregroundMark x1="34028" y1="12143" x2="34028" y2="12143"/>
                        <a14:foregroundMark x1="47222" y1="10714" x2="58333" y2="11190"/>
                        <a14:foregroundMark x1="58102" y1="7619" x2="71296" y2="14048"/>
                        <a14:foregroundMark x1="69676" y1="12143" x2="87963" y2="61190"/>
                        <a14:foregroundMark x1="86806" y1="60952" x2="86806" y2="60952"/>
                        <a14:foregroundMark x1="90509" y1="64048" x2="90278" y2="65000"/>
                        <a14:foregroundMark x1="89583" y1="65476" x2="87500" y2="73810"/>
                        <a14:foregroundMark x1="86806" y1="73810" x2="31250" y2="78095"/>
                        <a14:foregroundMark x1="31250" y1="78095" x2="31019" y2="75238"/>
                        <a14:foregroundMark x1="53009" y1="70476" x2="82639" y2="67381"/>
                        <a14:foregroundMark x1="83796" y1="58810" x2="89583" y2="48810"/>
                        <a14:foregroundMark x1="89583" y1="45952" x2="90046" y2="54048"/>
                        <a14:foregroundMark x1="90046" y1="54048" x2="89583" y2="57619"/>
                        <a14:foregroundMark x1="89352" y1="57619" x2="89352" y2="61190"/>
                        <a14:foregroundMark x1="89352" y1="62143" x2="90046" y2="38095"/>
                        <a14:foregroundMark x1="91435" y1="46667" x2="85185" y2="21667"/>
                        <a14:foregroundMark x1="90278" y1="45952" x2="91667" y2="45952"/>
                        <a14:foregroundMark x1="93287" y1="47381" x2="93287" y2="48810"/>
                        <a14:foregroundMark x1="40278" y1="89524" x2="40278" y2="89524"/>
                        <a14:foregroundMark x1="32176" y1="86905" x2="32176" y2="86905"/>
                        <a14:foregroundMark x1="54398" y1="93333" x2="54398" y2="93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281" t="3478" r="3651" b="5760"/>
          <a:stretch/>
        </p:blipFill>
        <p:spPr bwMode="auto">
          <a:xfrm>
            <a:off x="11285020" y="51777"/>
            <a:ext cx="821010" cy="82296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</p:pic>
      <p:pic>
        <p:nvPicPr>
          <p:cNvPr id="15" name="Picture 14" descr="A blue and yellow shield with white text&#10;&#10;Description automatically generated">
            <a:extLst>
              <a:ext uri="{FF2B5EF4-FFF2-40B4-BE49-F238E27FC236}">
                <a16:creationId xmlns:a16="http://schemas.microsoft.com/office/drawing/2014/main" id="{B644AC0E-F339-2099-5DA5-7BA294F56E6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4999" y="113334"/>
            <a:ext cx="1038972" cy="715878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61BBBBBC-0C54-02FF-A2F7-E07E31AE1FE2}"/>
              </a:ext>
            </a:extLst>
          </p:cNvPr>
          <p:cNvSpPr txBox="1">
            <a:spLocks/>
          </p:cNvSpPr>
          <p:nvPr userDrawn="1"/>
        </p:nvSpPr>
        <p:spPr>
          <a:xfrm>
            <a:off x="0" y="6589770"/>
            <a:ext cx="3044283" cy="268231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/>
                </a:solidFill>
                <a:latin typeface="Minion Pro"/>
                <a:cs typeface="Arial" panose="020B0604020202020204" pitchFamily="34" charset="0"/>
              </a:rPr>
              <a:t>14</a:t>
            </a:r>
            <a:r>
              <a:rPr lang="en-US" sz="1200" baseline="0" dirty="0">
                <a:solidFill>
                  <a:schemeClr val="tx1"/>
                </a:solidFill>
                <a:latin typeface="Minion Pro"/>
                <a:cs typeface="Arial" panose="020B0604020202020204" pitchFamily="34" charset="0"/>
              </a:rPr>
              <a:t> July</a:t>
            </a:r>
            <a:r>
              <a:rPr lang="en-US" sz="1200" dirty="0">
                <a:solidFill>
                  <a:schemeClr val="tx1"/>
                </a:solidFill>
                <a:latin typeface="Minion Pro"/>
                <a:cs typeface="Arial" panose="020B0604020202020204" pitchFamily="34" charset="0"/>
              </a:rPr>
              <a:t> 2025  |  Dissertation Proposal</a:t>
            </a:r>
          </a:p>
        </p:txBody>
      </p:sp>
    </p:spTree>
    <p:extLst>
      <p:ext uri="{BB962C8B-B14F-4D97-AF65-F5344CB8AC3E}">
        <p14:creationId xmlns:p14="http://schemas.microsoft.com/office/powerpoint/2010/main" val="219355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Custom Layout">
    <p:bg>
      <p:bgPr>
        <a:gradFill rotWithShape="1">
          <a:gsLst>
            <a:gs pos="0">
              <a:srgbClr val="47619D"/>
            </a:gs>
            <a:gs pos="76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492121"/>
            <a:ext cx="12192000" cy="6088067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31520" y="1789730"/>
            <a:ext cx="10728960" cy="4624726"/>
          </a:xfrm>
          <a:prstGeom prst="rect">
            <a:avLst/>
          </a:prstGeom>
        </p:spPr>
        <p:txBody>
          <a:bodyPr>
            <a:normAutofit/>
          </a:bodyPr>
          <a:lstStyle>
            <a:lvl1pPr marL="257175" indent="-257175">
              <a:buFont typeface="Wingdings" charset="2"/>
              <a:buChar char="§"/>
              <a:defRPr sz="1800" baseline="0">
                <a:solidFill>
                  <a:srgbClr val="364A7A"/>
                </a:solidFill>
                <a:latin typeface="Minion Pro"/>
                <a:cs typeface="Minion Pro"/>
              </a:defRPr>
            </a:lvl1pPr>
            <a:lvl2pPr marL="557213" indent="-214313">
              <a:buFont typeface="Wingdings" charset="2"/>
              <a:buChar char="§"/>
              <a:defRPr sz="1800" baseline="0">
                <a:solidFill>
                  <a:srgbClr val="364A7A"/>
                </a:solidFill>
                <a:latin typeface="Minion Pro"/>
                <a:cs typeface="Minion Pro"/>
              </a:defRPr>
            </a:lvl2pPr>
            <a:lvl3pPr marL="857250" indent="-171450">
              <a:buFont typeface="Wingdings" charset="2"/>
              <a:buChar char="§"/>
              <a:defRPr sz="1800" baseline="0">
                <a:solidFill>
                  <a:srgbClr val="364A7A"/>
                </a:solidFill>
                <a:latin typeface="Minion Pro"/>
                <a:cs typeface="Minion Pro"/>
              </a:defRPr>
            </a:lvl3pPr>
            <a:lvl4pPr marL="1200150" indent="-171450">
              <a:buFont typeface="Wingdings" charset="2"/>
              <a:buChar char="§"/>
              <a:defRPr sz="1800" baseline="0">
                <a:solidFill>
                  <a:srgbClr val="364A7A"/>
                </a:solidFill>
                <a:latin typeface="Minion Pro"/>
                <a:cs typeface="Minion Pro"/>
              </a:defRPr>
            </a:lvl4pPr>
            <a:lvl5pPr marL="1543050" indent="-171450">
              <a:buFont typeface="Wingdings" charset="2"/>
              <a:buChar char="§"/>
              <a:defRPr sz="1800" baseline="0">
                <a:solidFill>
                  <a:srgbClr val="364A7A"/>
                </a:solidFill>
                <a:latin typeface="Minion Pro"/>
                <a:cs typeface="Minion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 descr="pencil logo.png">
            <a:extLst>
              <a:ext uri="{FF2B5EF4-FFF2-40B4-BE49-F238E27FC236}">
                <a16:creationId xmlns:a16="http://schemas.microsoft.com/office/drawing/2014/main" id="{EBCBB2B7-6362-4AF5-864B-B2C5F65D76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793" y="6637252"/>
            <a:ext cx="4993537" cy="201889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851155C-60B3-4AD9-BD32-76BF82908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17" y="615218"/>
            <a:ext cx="11057891" cy="760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80000"/>
              </a:lnSpc>
              <a:defRPr sz="2800" b="0" i="0" kern="1100" spc="0">
                <a:solidFill>
                  <a:srgbClr val="364A7A"/>
                </a:solidFill>
                <a:latin typeface="Minion Pro"/>
                <a:cs typeface="Minion Pr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477AF83-00F1-4883-97BE-E08255BA8896}"/>
              </a:ext>
            </a:extLst>
          </p:cNvPr>
          <p:cNvCxnSpPr/>
          <p:nvPr userDrawn="1"/>
        </p:nvCxnSpPr>
        <p:spPr>
          <a:xfrm>
            <a:off x="880535" y="1496248"/>
            <a:ext cx="10877975" cy="0"/>
          </a:xfrm>
          <a:prstGeom prst="line">
            <a:avLst/>
          </a:prstGeom>
          <a:ln w="19050" cmpd="sng">
            <a:solidFill>
              <a:srgbClr val="47619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F941190-71BE-4D41-AA7F-D37968A05912}"/>
              </a:ext>
            </a:extLst>
          </p:cNvPr>
          <p:cNvSpPr txBox="1"/>
          <p:nvPr userDrawn="1"/>
        </p:nvSpPr>
        <p:spPr>
          <a:xfrm>
            <a:off x="11600597" y="6557652"/>
            <a:ext cx="5914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8D35740-47B1-4463-B18A-275998FA9373}" type="slidenum">
              <a:rPr lang="en-US" sz="1600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685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20_Custom Layout">
    <p:bg>
      <p:bgPr>
        <a:gradFill flip="none" rotWithShape="1">
          <a:gsLst>
            <a:gs pos="96330">
              <a:schemeClr val="bg2">
                <a:shade val="30000"/>
                <a:satMod val="200000"/>
              </a:schemeClr>
            </a:gs>
            <a:gs pos="0">
              <a:srgbClr val="47619D"/>
            </a:gs>
            <a:gs pos="15000">
              <a:srgbClr val="364A77"/>
            </a:gs>
            <a:gs pos="41000">
              <a:srgbClr val="29385A"/>
            </a:gs>
            <a:gs pos="87000">
              <a:schemeClr val="bg2">
                <a:shade val="30000"/>
                <a:satMod val="20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862943"/>
            <a:ext cx="12192000" cy="572682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F6150D-0E27-69A0-84B1-45AA0E5B3C10}"/>
              </a:ext>
            </a:extLst>
          </p:cNvPr>
          <p:cNvSpPr/>
          <p:nvPr userDrawn="1"/>
        </p:nvSpPr>
        <p:spPr>
          <a:xfrm>
            <a:off x="0" y="806462"/>
            <a:ext cx="12192000" cy="45719"/>
          </a:xfrm>
          <a:prstGeom prst="rect">
            <a:avLst/>
          </a:prstGeom>
          <a:solidFill>
            <a:srgbClr val="B1B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2EB2F8-4E89-421C-E94D-EAC19289FC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 r="89326" b="-5067"/>
          <a:stretch/>
        </p:blipFill>
        <p:spPr>
          <a:xfrm>
            <a:off x="113315" y="37148"/>
            <a:ext cx="821799" cy="521803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F089D96B-0D69-DCE0-A7D4-D97A49338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887" y="196078"/>
            <a:ext cx="10169060" cy="6026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4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7E798A-C0BC-2F83-E279-11F98D16050E}"/>
              </a:ext>
            </a:extLst>
          </p:cNvPr>
          <p:cNvSpPr txBox="1"/>
          <p:nvPr userDrawn="1"/>
        </p:nvSpPr>
        <p:spPr>
          <a:xfrm>
            <a:off x="0" y="499856"/>
            <a:ext cx="1870229" cy="301621"/>
          </a:xfrm>
          <a:prstGeom prst="rect">
            <a:avLst/>
          </a:prstGeom>
          <a:noFill/>
        </p:spPr>
        <p:txBody>
          <a:bodyPr wrap="square" lIns="9144" tIns="45720" rIns="9144" bIns="9144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ajan Pro"/>
                <a:ea typeface="+mn-ea"/>
                <a:cs typeface="+mn-cs"/>
              </a:rPr>
              <a:t>Naval Post Graduate School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ajan Pro"/>
                <a:ea typeface="+mn-ea"/>
                <a:cs typeface="+mn-cs"/>
              </a:rPr>
              <a:t>Dept. of System Engineering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E08F0601-3F25-5D34-8F3E-424CC9E85E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46" y="6615162"/>
            <a:ext cx="1986269" cy="242839"/>
          </a:xfrm>
          <a:prstGeom prst="rect">
            <a:avLst/>
          </a:prstGeom>
        </p:spPr>
        <p:txBody>
          <a:bodyPr anchor="ctr" anchorCtr="1"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www.nps.edu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1167307-6F65-2A9A-515E-8546A32106FF}"/>
              </a:ext>
            </a:extLst>
          </p:cNvPr>
          <p:cNvSpPr txBox="1">
            <a:spLocks/>
          </p:cNvSpPr>
          <p:nvPr userDrawn="1"/>
        </p:nvSpPr>
        <p:spPr>
          <a:xfrm>
            <a:off x="8550548" y="6589770"/>
            <a:ext cx="3638907" cy="268231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 August 2024  |  Dissertation Proposal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8A384D3-91AB-D256-0520-3ACEE8D9A1F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67" b="93333" l="12963" r="93056">
                        <a14:foregroundMark x1="50231" y1="9524" x2="50231" y2="9524"/>
                        <a14:foregroundMark x1="54630" y1="9048" x2="54630" y2="9048"/>
                        <a14:foregroundMark x1="53009" y1="9048" x2="51852" y2="9048"/>
                        <a14:foregroundMark x1="49306" y1="9048" x2="24074" y2="27619"/>
                        <a14:foregroundMark x1="33333" y1="14762" x2="23380" y2="26667"/>
                        <a14:foregroundMark x1="46528" y1="6667" x2="24074" y2="59762"/>
                        <a14:foregroundMark x1="24074" y1="59762" x2="48843" y2="36905"/>
                        <a14:foregroundMark x1="61574" y1="64048" x2="61574" y2="65000"/>
                        <a14:foregroundMark x1="62269" y1="68095" x2="56019" y2="74048"/>
                        <a14:foregroundMark x1="50231" y1="75952" x2="46991" y2="77619"/>
                        <a14:foregroundMark x1="43056" y1="77857" x2="38889" y2="77857"/>
                        <a14:foregroundMark x1="31944" y1="74048" x2="30787" y2="73810"/>
                        <a14:foregroundMark x1="28241" y1="71667" x2="28241" y2="71667"/>
                        <a14:foregroundMark x1="27778" y1="70952" x2="21528" y2="70952"/>
                        <a14:foregroundMark x1="16898" y1="70952" x2="16898" y2="70952"/>
                        <a14:foregroundMark x1="15972" y1="67857" x2="13194" y2="47857"/>
                        <a14:foregroundMark x1="13194" y1="46190" x2="22685" y2="22143"/>
                        <a14:foregroundMark x1="23380" y1="23810" x2="44907" y2="13810"/>
                        <a14:foregroundMark x1="34028" y1="12143" x2="34028" y2="12143"/>
                        <a14:foregroundMark x1="47222" y1="10714" x2="58333" y2="11190"/>
                        <a14:foregroundMark x1="58102" y1="7619" x2="71296" y2="14048"/>
                        <a14:foregroundMark x1="69676" y1="12143" x2="87963" y2="61190"/>
                        <a14:foregroundMark x1="86806" y1="60952" x2="86806" y2="60952"/>
                        <a14:foregroundMark x1="90509" y1="64048" x2="90278" y2="65000"/>
                        <a14:foregroundMark x1="89583" y1="65476" x2="87500" y2="73810"/>
                        <a14:foregroundMark x1="86806" y1="73810" x2="31250" y2="78095"/>
                        <a14:foregroundMark x1="31250" y1="78095" x2="31019" y2="75238"/>
                        <a14:foregroundMark x1="53009" y1="70476" x2="82639" y2="67381"/>
                        <a14:foregroundMark x1="83796" y1="58810" x2="89583" y2="48810"/>
                        <a14:foregroundMark x1="89583" y1="45952" x2="90046" y2="54048"/>
                        <a14:foregroundMark x1="90046" y1="54048" x2="89583" y2="57619"/>
                        <a14:foregroundMark x1="89352" y1="57619" x2="89352" y2="61190"/>
                        <a14:foregroundMark x1="89352" y1="62143" x2="90046" y2="38095"/>
                        <a14:foregroundMark x1="91435" y1="46667" x2="85185" y2="21667"/>
                        <a14:foregroundMark x1="90278" y1="45952" x2="91667" y2="45952"/>
                        <a14:foregroundMark x1="93287" y1="47381" x2="93287" y2="48810"/>
                        <a14:foregroundMark x1="40278" y1="89524" x2="40278" y2="89524"/>
                        <a14:foregroundMark x1="32176" y1="86905" x2="32176" y2="86905"/>
                        <a14:foregroundMark x1="54398" y1="93333" x2="54398" y2="93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281" t="3478" r="3651" b="5760"/>
          <a:stretch/>
        </p:blipFill>
        <p:spPr bwMode="auto">
          <a:xfrm>
            <a:off x="935114" y="51351"/>
            <a:ext cx="492227" cy="49339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0F33B-211B-5EE0-A47E-5761592BCE4D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62399" y="6057"/>
            <a:ext cx="4267200" cy="185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buClrTx/>
              <a:defRPr sz="1350" b="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/>
              <a:t>APPROVED FOR PUBLIC RELEASE. DISTRIBUTION UNLIMITED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DABE6B3-2C6F-EFB4-03FF-EA51BAEC084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62399" y="6586537"/>
            <a:ext cx="426720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buClrTx/>
              <a:defRPr sz="1350" b="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/>
              <a:t>APPROVED FOR PUBLIC RELEASE. DISTRIBUTION UNLIMITED</a:t>
            </a:r>
          </a:p>
        </p:txBody>
      </p:sp>
    </p:spTree>
    <p:extLst>
      <p:ext uri="{BB962C8B-B14F-4D97-AF65-F5344CB8AC3E}">
        <p14:creationId xmlns:p14="http://schemas.microsoft.com/office/powerpoint/2010/main" val="2930247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8EE2A1D-EF08-7834-E66C-4BDFF69E98CF}"/>
              </a:ext>
            </a:extLst>
          </p:cNvPr>
          <p:cNvSpPr/>
          <p:nvPr userDrawn="1"/>
        </p:nvSpPr>
        <p:spPr bwMode="auto">
          <a:xfrm>
            <a:off x="30480" y="0"/>
            <a:ext cx="12161520" cy="2781300"/>
          </a:xfrm>
          <a:prstGeom prst="rect">
            <a:avLst/>
          </a:prstGeom>
          <a:solidFill>
            <a:srgbClr val="02192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1C035"/>
              </a:buClr>
              <a:buSzTx/>
              <a:buFontTx/>
              <a:buNone/>
              <a:tabLst/>
            </a:pPr>
            <a:endParaRPr kumimoji="0" lang="en-US" sz="3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34" charset="-128"/>
            </a:endParaRPr>
          </a:p>
        </p:txBody>
      </p:sp>
      <p:pic>
        <p:nvPicPr>
          <p:cNvPr id="11" name="Picture 10" descr="Illuminated technology network on a dark background">
            <a:extLst>
              <a:ext uri="{FF2B5EF4-FFF2-40B4-BE49-F238E27FC236}">
                <a16:creationId xmlns:a16="http://schemas.microsoft.com/office/drawing/2014/main" id="{F48B9D9B-413A-BAEE-1EDE-468588BBB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66393"/>
            <a:ext cx="12192000" cy="5587173"/>
          </a:xfrm>
          <a:prstGeom prst="rect">
            <a:avLst/>
          </a:prstGeom>
          <a:effectLst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2821" y="1462480"/>
            <a:ext cx="7656195" cy="2296043"/>
          </a:xfrm>
          <a:ln>
            <a:solidFill>
              <a:schemeClr val="bg1"/>
            </a:solidFill>
          </a:ln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2821" y="4097754"/>
            <a:ext cx="7656195" cy="1143000"/>
          </a:xfrm>
          <a:ln>
            <a:solidFill>
              <a:schemeClr val="bg1"/>
            </a:solidFill>
          </a:ln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586537"/>
            <a:ext cx="1431914" cy="267030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www.nps.edu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9FF37F5-3864-1A9E-1D77-44028FDB992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67" b="93333" l="12963" r="93056">
                        <a14:foregroundMark x1="50231" y1="9524" x2="50231" y2="9524"/>
                        <a14:foregroundMark x1="54630" y1="9048" x2="54630" y2="9048"/>
                        <a14:foregroundMark x1="53009" y1="9048" x2="51852" y2="9048"/>
                        <a14:foregroundMark x1="49306" y1="9048" x2="24074" y2="27619"/>
                        <a14:foregroundMark x1="33333" y1="14762" x2="23380" y2="26667"/>
                        <a14:foregroundMark x1="46528" y1="6667" x2="24074" y2="59762"/>
                        <a14:foregroundMark x1="24074" y1="59762" x2="48843" y2="36905"/>
                        <a14:foregroundMark x1="61574" y1="64048" x2="61574" y2="65000"/>
                        <a14:foregroundMark x1="62269" y1="68095" x2="56019" y2="74048"/>
                        <a14:foregroundMark x1="50231" y1="75952" x2="46991" y2="77619"/>
                        <a14:foregroundMark x1="43056" y1="77857" x2="38889" y2="77857"/>
                        <a14:foregroundMark x1="31944" y1="74048" x2="30787" y2="73810"/>
                        <a14:foregroundMark x1="28241" y1="71667" x2="28241" y2="71667"/>
                        <a14:foregroundMark x1="27778" y1="70952" x2="21528" y2="70952"/>
                        <a14:foregroundMark x1="16898" y1="70952" x2="16898" y2="70952"/>
                        <a14:foregroundMark x1="15972" y1="67857" x2="13194" y2="47857"/>
                        <a14:foregroundMark x1="13194" y1="46190" x2="22685" y2="22143"/>
                        <a14:foregroundMark x1="23380" y1="23810" x2="44907" y2="13810"/>
                        <a14:foregroundMark x1="34028" y1="12143" x2="34028" y2="12143"/>
                        <a14:foregroundMark x1="47222" y1="10714" x2="58333" y2="11190"/>
                        <a14:foregroundMark x1="58102" y1="7619" x2="71296" y2="14048"/>
                        <a14:foregroundMark x1="69676" y1="12143" x2="87963" y2="61190"/>
                        <a14:foregroundMark x1="86806" y1="60952" x2="86806" y2="60952"/>
                        <a14:foregroundMark x1="90509" y1="64048" x2="90278" y2="65000"/>
                        <a14:foregroundMark x1="89583" y1="65476" x2="87500" y2="73810"/>
                        <a14:foregroundMark x1="86806" y1="73810" x2="31250" y2="78095"/>
                        <a14:foregroundMark x1="31250" y1="78095" x2="31019" y2="75238"/>
                        <a14:foregroundMark x1="53009" y1="70476" x2="82639" y2="67381"/>
                        <a14:foregroundMark x1="83796" y1="58810" x2="89583" y2="48810"/>
                        <a14:foregroundMark x1="89583" y1="45952" x2="90046" y2="54048"/>
                        <a14:foregroundMark x1="90046" y1="54048" x2="89583" y2="57619"/>
                        <a14:foregroundMark x1="89352" y1="57619" x2="89352" y2="61190"/>
                        <a14:foregroundMark x1="89352" y1="62143" x2="90046" y2="38095"/>
                        <a14:foregroundMark x1="91435" y1="46667" x2="85185" y2="21667"/>
                        <a14:foregroundMark x1="90278" y1="45952" x2="91667" y2="45952"/>
                        <a14:foregroundMark x1="93287" y1="47381" x2="93287" y2="48810"/>
                        <a14:foregroundMark x1="40278" y1="89524" x2="40278" y2="89524"/>
                        <a14:foregroundMark x1="32176" y1="86905" x2="32176" y2="86905"/>
                        <a14:foregroundMark x1="54398" y1="93333" x2="54398" y2="93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281" t="3478" r="3651" b="5760"/>
          <a:stretch/>
        </p:blipFill>
        <p:spPr bwMode="auto">
          <a:xfrm>
            <a:off x="10857744" y="5628589"/>
            <a:ext cx="1176312" cy="117910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62CEE2A-D8E0-28E8-8D71-19A30631116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62399" y="0"/>
            <a:ext cx="426720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buClrTx/>
              <a:defRPr sz="1350" b="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bg1"/>
                </a:solidFill>
              </a:rPr>
              <a:t>APPROVED FOR PUBLIC RELEASE. DISTRIBUTION UNLIMITED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82D51C6-A6FA-EA4B-E9D5-339D3423A210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62399" y="6586537"/>
            <a:ext cx="426720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buClrTx/>
              <a:defRPr sz="1350" b="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bg1"/>
                </a:solidFill>
              </a:rPr>
              <a:t>APPROVED FOR PUBLIC RELEASE. DISTRIBUTION UNLIMITED</a:t>
            </a:r>
          </a:p>
        </p:txBody>
      </p:sp>
      <p:pic>
        <p:nvPicPr>
          <p:cNvPr id="9" name="Picture 8" descr="A blue and yellow shield with white text&#10;&#10;Description automatically generated">
            <a:extLst>
              <a:ext uri="{FF2B5EF4-FFF2-40B4-BE49-F238E27FC236}">
                <a16:creationId xmlns:a16="http://schemas.microsoft.com/office/drawing/2014/main" id="{99B9D1BF-741F-5562-7059-73D7FC07AC5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199395" y="1785195"/>
            <a:ext cx="3931920" cy="27091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166F837-F9E4-0AB2-70D9-F6ABB2CAC92D}"/>
              </a:ext>
            </a:extLst>
          </p:cNvPr>
          <p:cNvSpPr/>
          <p:nvPr userDrawn="1"/>
        </p:nvSpPr>
        <p:spPr bwMode="auto">
          <a:xfrm>
            <a:off x="522346" y="1294295"/>
            <a:ext cx="7656195" cy="2656916"/>
          </a:xfrm>
          <a:prstGeom prst="rect">
            <a:avLst/>
          </a:prstGeom>
          <a:solidFill>
            <a:srgbClr val="021927">
              <a:alpha val="82000"/>
            </a:srgbClr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1C035"/>
              </a:buClr>
              <a:buSzTx/>
              <a:buFontTx/>
              <a:buNone/>
              <a:tabLst/>
            </a:pPr>
            <a:endParaRPr kumimoji="0" lang="en-US" sz="3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4D3F0-28E6-C94D-82E3-A429DE535F20}"/>
              </a:ext>
            </a:extLst>
          </p:cNvPr>
          <p:cNvSpPr/>
          <p:nvPr userDrawn="1"/>
        </p:nvSpPr>
        <p:spPr bwMode="auto">
          <a:xfrm>
            <a:off x="522345" y="3954610"/>
            <a:ext cx="7656195" cy="845990"/>
          </a:xfrm>
          <a:prstGeom prst="rect">
            <a:avLst/>
          </a:prstGeom>
          <a:solidFill>
            <a:srgbClr val="021927">
              <a:alpha val="82000"/>
            </a:srgbClr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1C035"/>
              </a:buClr>
              <a:buSzTx/>
              <a:buFontTx/>
              <a:buNone/>
              <a:tabLst/>
            </a:pPr>
            <a:endParaRPr kumimoji="0" lang="en-US" sz="3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9116B8-5FB8-593F-C430-3020A88A2B72}"/>
              </a:ext>
            </a:extLst>
          </p:cNvPr>
          <p:cNvSpPr/>
          <p:nvPr userDrawn="1"/>
        </p:nvSpPr>
        <p:spPr bwMode="auto">
          <a:xfrm>
            <a:off x="522346" y="3951211"/>
            <a:ext cx="5173605" cy="849390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1C035"/>
              </a:buClr>
              <a:buSzTx/>
              <a:buFontTx/>
              <a:buNone/>
              <a:tabLst/>
            </a:pPr>
            <a:endParaRPr kumimoji="0" lang="en-US" sz="3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392307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8EE2A1D-EF08-7834-E66C-4BDFF69E98CF}"/>
              </a:ext>
            </a:extLst>
          </p:cNvPr>
          <p:cNvSpPr/>
          <p:nvPr userDrawn="1"/>
        </p:nvSpPr>
        <p:spPr bwMode="auto">
          <a:xfrm>
            <a:off x="30480" y="0"/>
            <a:ext cx="12192000" cy="2781300"/>
          </a:xfrm>
          <a:prstGeom prst="rect">
            <a:avLst/>
          </a:prstGeom>
          <a:solidFill>
            <a:srgbClr val="02192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1C035"/>
              </a:buClr>
              <a:buSzTx/>
              <a:buFontTx/>
              <a:buNone/>
              <a:tabLst/>
            </a:pPr>
            <a:endParaRPr kumimoji="0" lang="en-US" sz="3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34" charset="-128"/>
            </a:endParaRPr>
          </a:p>
        </p:txBody>
      </p:sp>
      <p:pic>
        <p:nvPicPr>
          <p:cNvPr id="11" name="Picture 10" descr="Illuminated technology network on a dark background">
            <a:extLst>
              <a:ext uri="{FF2B5EF4-FFF2-40B4-BE49-F238E27FC236}">
                <a16:creationId xmlns:a16="http://schemas.microsoft.com/office/drawing/2014/main" id="{F48B9D9B-413A-BAEE-1EDE-468588BBB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781300"/>
            <a:ext cx="12192000" cy="4043610"/>
          </a:xfrm>
          <a:prstGeom prst="rect">
            <a:avLst/>
          </a:prstGeom>
          <a:effectLst/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2822" y="2645081"/>
            <a:ext cx="3925954" cy="1057712"/>
          </a:xfrm>
          <a:ln>
            <a:solidFill>
              <a:schemeClr val="bg1"/>
            </a:solidFill>
          </a:ln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41" y="5491750"/>
            <a:ext cx="7656195" cy="571864"/>
          </a:xfrm>
          <a:ln>
            <a:solidFill>
              <a:schemeClr val="bg1"/>
            </a:solidFill>
          </a:ln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9FF37F5-3864-1A9E-1D77-44028FDB992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67" b="93333" l="12963" r="93056">
                        <a14:foregroundMark x1="50231" y1="9524" x2="50231" y2="9524"/>
                        <a14:foregroundMark x1="54630" y1="9048" x2="54630" y2="9048"/>
                        <a14:foregroundMark x1="53009" y1="9048" x2="51852" y2="9048"/>
                        <a14:foregroundMark x1="49306" y1="9048" x2="24074" y2="27619"/>
                        <a14:foregroundMark x1="33333" y1="14762" x2="23380" y2="26667"/>
                        <a14:foregroundMark x1="46528" y1="6667" x2="24074" y2="59762"/>
                        <a14:foregroundMark x1="24074" y1="59762" x2="48843" y2="36905"/>
                        <a14:foregroundMark x1="61574" y1="64048" x2="61574" y2="65000"/>
                        <a14:foregroundMark x1="62269" y1="68095" x2="56019" y2="74048"/>
                        <a14:foregroundMark x1="50231" y1="75952" x2="46991" y2="77619"/>
                        <a14:foregroundMark x1="43056" y1="77857" x2="38889" y2="77857"/>
                        <a14:foregroundMark x1="31944" y1="74048" x2="30787" y2="73810"/>
                        <a14:foregroundMark x1="28241" y1="71667" x2="28241" y2="71667"/>
                        <a14:foregroundMark x1="27778" y1="70952" x2="21528" y2="70952"/>
                        <a14:foregroundMark x1="16898" y1="70952" x2="16898" y2="70952"/>
                        <a14:foregroundMark x1="15972" y1="67857" x2="13194" y2="47857"/>
                        <a14:foregroundMark x1="13194" y1="46190" x2="22685" y2="22143"/>
                        <a14:foregroundMark x1="23380" y1="23810" x2="44907" y2="13810"/>
                        <a14:foregroundMark x1="34028" y1="12143" x2="34028" y2="12143"/>
                        <a14:foregroundMark x1="47222" y1="10714" x2="58333" y2="11190"/>
                        <a14:foregroundMark x1="58102" y1="7619" x2="71296" y2="14048"/>
                        <a14:foregroundMark x1="69676" y1="12143" x2="87963" y2="61190"/>
                        <a14:foregroundMark x1="86806" y1="60952" x2="86806" y2="60952"/>
                        <a14:foregroundMark x1="90509" y1="64048" x2="90278" y2="65000"/>
                        <a14:foregroundMark x1="89583" y1="65476" x2="87500" y2="73810"/>
                        <a14:foregroundMark x1="86806" y1="73810" x2="31250" y2="78095"/>
                        <a14:foregroundMark x1="31250" y1="78095" x2="31019" y2="75238"/>
                        <a14:foregroundMark x1="53009" y1="70476" x2="82639" y2="67381"/>
                        <a14:foregroundMark x1="83796" y1="58810" x2="89583" y2="48810"/>
                        <a14:foregroundMark x1="89583" y1="45952" x2="90046" y2="54048"/>
                        <a14:foregroundMark x1="90046" y1="54048" x2="89583" y2="57619"/>
                        <a14:foregroundMark x1="89352" y1="57619" x2="89352" y2="61190"/>
                        <a14:foregroundMark x1="89352" y1="62143" x2="90046" y2="38095"/>
                        <a14:foregroundMark x1="91435" y1="46667" x2="85185" y2="21667"/>
                        <a14:foregroundMark x1="90278" y1="45952" x2="91667" y2="45952"/>
                        <a14:foregroundMark x1="93287" y1="47381" x2="93287" y2="48810"/>
                        <a14:foregroundMark x1="40278" y1="89524" x2="40278" y2="89524"/>
                        <a14:foregroundMark x1="32176" y1="86905" x2="32176" y2="86905"/>
                        <a14:foregroundMark x1="54398" y1="93333" x2="54398" y2="93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281" t="3478" r="3651" b="5760"/>
          <a:stretch/>
        </p:blipFill>
        <p:spPr bwMode="auto">
          <a:xfrm>
            <a:off x="8928740" y="2059869"/>
            <a:ext cx="2463890" cy="246974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E5F404-C183-3BD8-F9CF-66943591F9E3}"/>
              </a:ext>
            </a:extLst>
          </p:cNvPr>
          <p:cNvSpPr txBox="1">
            <a:spLocks/>
          </p:cNvSpPr>
          <p:nvPr userDrawn="1"/>
        </p:nvSpPr>
        <p:spPr>
          <a:xfrm>
            <a:off x="0" y="6586537"/>
            <a:ext cx="1431914" cy="26703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www.nps.edu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1BBBBBC-0C54-02FF-A2F7-E07E31AE1FE2}"/>
              </a:ext>
            </a:extLst>
          </p:cNvPr>
          <p:cNvSpPr txBox="1">
            <a:spLocks/>
          </p:cNvSpPr>
          <p:nvPr userDrawn="1"/>
        </p:nvSpPr>
        <p:spPr>
          <a:xfrm>
            <a:off x="8550548" y="6589770"/>
            <a:ext cx="3638907" cy="268231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 August 2024  |  Dissertation Proposal</a:t>
            </a:r>
          </a:p>
        </p:txBody>
      </p:sp>
      <p:pic>
        <p:nvPicPr>
          <p:cNvPr id="8" name="Picture 7" descr="A blue and yellow shield with white text&#10;&#10;Description automatically generated">
            <a:extLst>
              <a:ext uri="{FF2B5EF4-FFF2-40B4-BE49-F238E27FC236}">
                <a16:creationId xmlns:a16="http://schemas.microsoft.com/office/drawing/2014/main" id="{B644AC0E-F339-2099-5DA5-7BA294F56E6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493770" y="1823549"/>
            <a:ext cx="4379976" cy="301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820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3">
            <a:extLst>
              <a:ext uri="{FF2B5EF4-FFF2-40B4-BE49-F238E27FC236}">
                <a16:creationId xmlns:a16="http://schemas.microsoft.com/office/drawing/2014/main" id="{BF7872CC-E536-8833-C471-4977DF06C4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0289" y="571459"/>
            <a:ext cx="5084676" cy="1678110"/>
          </a:xfrm>
          <a:prstGeom prst="rect">
            <a:avLst/>
          </a:prstGeom>
          <a:noFill/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F6F03A3-562D-8F9F-4DDE-0455B9C2F1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9473" b="9473"/>
          <a:stretch/>
        </p:blipFill>
        <p:spPr>
          <a:xfrm>
            <a:off x="6044893" y="-127243"/>
            <a:ext cx="6342292" cy="2768159"/>
          </a:xfrm>
          <a:prstGeom prst="rect">
            <a:avLst/>
          </a:prstGeom>
        </p:spPr>
      </p:pic>
      <p:sp>
        <p:nvSpPr>
          <p:cNvPr id="17" name="Titre 1"/>
          <p:cNvSpPr>
            <a:spLocks noGrp="1"/>
          </p:cNvSpPr>
          <p:nvPr>
            <p:ph type="ctrTitle" hasCustomPrompt="1"/>
          </p:nvPr>
        </p:nvSpPr>
        <p:spPr>
          <a:xfrm>
            <a:off x="359590" y="4409344"/>
            <a:ext cx="11370608" cy="1123038"/>
          </a:xfrm>
          <a:noFill/>
          <a:ln>
            <a:noFill/>
          </a:ln>
        </p:spPr>
        <p:txBody>
          <a:bodyPr anchor="b"/>
          <a:lstStyle>
            <a:lvl1pPr algn="l">
              <a:defRPr sz="5997" baseline="0">
                <a:solidFill>
                  <a:srgbClr val="3F5D3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Presentation Title</a:t>
            </a:r>
            <a:endParaRPr lang="fr-FR"/>
          </a:p>
        </p:txBody>
      </p:sp>
      <p:sp>
        <p:nvSpPr>
          <p:cNvPr id="18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359590" y="3527476"/>
            <a:ext cx="11370608" cy="867169"/>
          </a:xfrm>
        </p:spPr>
        <p:txBody>
          <a:bodyPr anchor="b"/>
          <a:lstStyle>
            <a:lvl1pPr marL="0" indent="0" algn="l">
              <a:buNone/>
              <a:defRPr sz="2399">
                <a:solidFill>
                  <a:schemeClr val="tx2"/>
                </a:solidFill>
                <a:latin typeface="Arial"/>
                <a:cs typeface="Arial"/>
              </a:defRPr>
            </a:lvl1pPr>
            <a:lvl2pPr marL="456971" indent="0" algn="ctr">
              <a:buNone/>
              <a:defRPr sz="1999"/>
            </a:lvl2pPr>
            <a:lvl3pPr marL="913943" indent="0" algn="ctr">
              <a:buNone/>
              <a:defRPr sz="1799"/>
            </a:lvl3pPr>
            <a:lvl4pPr marL="1370914" indent="0" algn="ctr">
              <a:buNone/>
              <a:defRPr sz="1599"/>
            </a:lvl4pPr>
            <a:lvl5pPr marL="1827886" indent="0" algn="ctr">
              <a:buNone/>
              <a:defRPr sz="1599"/>
            </a:lvl5pPr>
            <a:lvl6pPr marL="2284857" indent="0" algn="ctr">
              <a:buNone/>
              <a:defRPr sz="1599"/>
            </a:lvl6pPr>
            <a:lvl7pPr marL="2741828" indent="0" algn="ctr">
              <a:buNone/>
              <a:defRPr sz="1599"/>
            </a:lvl7pPr>
            <a:lvl8pPr marL="3198800" indent="0" algn="ctr">
              <a:buNone/>
              <a:defRPr sz="1599"/>
            </a:lvl8pPr>
            <a:lvl9pPr marL="3655771" indent="0" algn="ctr">
              <a:buNone/>
              <a:defRPr sz="1599"/>
            </a:lvl9pPr>
          </a:lstStyle>
          <a:p>
            <a:r>
              <a:rPr lang="en-US"/>
              <a:t>Subtitle</a:t>
            </a:r>
            <a:endParaRPr lang="fr-FR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359590" y="5532382"/>
            <a:ext cx="3072492" cy="0"/>
          </a:xfrm>
          <a:prstGeom prst="line">
            <a:avLst/>
          </a:prstGeom>
          <a:ln w="76200" cmpd="sng">
            <a:solidFill>
              <a:srgbClr val="3F5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1436AFF-B751-2B31-A49B-1BCBA7AE53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l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2-6 July 2024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0B9E4FD-C960-E0DF-2C75-F31483304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ctr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www.incose.org/symp2024 #INCOSEIS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0978897-CD14-4959-4E45-FEB02B03C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r">
              <a:defRPr sz="1599">
                <a:solidFill>
                  <a:schemeClr val="tx2"/>
                </a:solidFill>
              </a:defRPr>
            </a:lvl1pPr>
          </a:lstStyle>
          <a:p>
            <a:fld id="{924B41C4-1474-8D42-B330-D282868383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2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re 1"/>
          <p:cNvSpPr>
            <a:spLocks noGrp="1"/>
          </p:cNvSpPr>
          <p:nvPr>
            <p:ph type="ctrTitle" hasCustomPrompt="1"/>
          </p:nvPr>
        </p:nvSpPr>
        <p:spPr>
          <a:xfrm>
            <a:off x="359590" y="3975759"/>
            <a:ext cx="11370608" cy="1123038"/>
          </a:xfrm>
        </p:spPr>
        <p:txBody>
          <a:bodyPr anchor="b"/>
          <a:lstStyle>
            <a:lvl1pPr algn="l">
              <a:defRPr sz="5997" baseline="0">
                <a:solidFill>
                  <a:srgbClr val="3F5D3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Section Title</a:t>
            </a:r>
            <a:endParaRPr lang="fr-FR"/>
          </a:p>
        </p:txBody>
      </p:sp>
      <p:sp>
        <p:nvSpPr>
          <p:cNvPr id="31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359590" y="3093891"/>
            <a:ext cx="11370608" cy="867169"/>
          </a:xfrm>
        </p:spPr>
        <p:txBody>
          <a:bodyPr anchor="b"/>
          <a:lstStyle>
            <a:lvl1pPr marL="0" indent="0" algn="l">
              <a:buNone/>
              <a:defRPr sz="2399">
                <a:latin typeface="Arial"/>
                <a:cs typeface="Arial"/>
              </a:defRPr>
            </a:lvl1pPr>
            <a:lvl2pPr marL="456971" indent="0" algn="ctr">
              <a:buNone/>
              <a:defRPr sz="1999"/>
            </a:lvl2pPr>
            <a:lvl3pPr marL="913943" indent="0" algn="ctr">
              <a:buNone/>
              <a:defRPr sz="1799"/>
            </a:lvl3pPr>
            <a:lvl4pPr marL="1370914" indent="0" algn="ctr">
              <a:buNone/>
              <a:defRPr sz="1599"/>
            </a:lvl4pPr>
            <a:lvl5pPr marL="1827886" indent="0" algn="ctr">
              <a:buNone/>
              <a:defRPr sz="1599"/>
            </a:lvl5pPr>
            <a:lvl6pPr marL="2284857" indent="0" algn="ctr">
              <a:buNone/>
              <a:defRPr sz="1599"/>
            </a:lvl6pPr>
            <a:lvl7pPr marL="2741828" indent="0" algn="ctr">
              <a:buNone/>
              <a:defRPr sz="1599"/>
            </a:lvl7pPr>
            <a:lvl8pPr marL="3198800" indent="0" algn="ctr">
              <a:buNone/>
              <a:defRPr sz="1599"/>
            </a:lvl8pPr>
            <a:lvl9pPr marL="3655771" indent="0" algn="ctr">
              <a:buNone/>
              <a:defRPr sz="1599"/>
            </a:lvl9pPr>
          </a:lstStyle>
          <a:p>
            <a:r>
              <a:rPr lang="en-US"/>
              <a:t>Subtitle Section</a:t>
            </a:r>
            <a:endParaRPr lang="fr-FR"/>
          </a:p>
        </p:txBody>
      </p:sp>
      <p:cxnSp>
        <p:nvCxnSpPr>
          <p:cNvPr id="32" name="Straight Connector 31"/>
          <p:cNvCxnSpPr/>
          <p:nvPr userDrawn="1"/>
        </p:nvCxnSpPr>
        <p:spPr>
          <a:xfrm>
            <a:off x="359590" y="5098797"/>
            <a:ext cx="3072492" cy="0"/>
          </a:xfrm>
          <a:prstGeom prst="line">
            <a:avLst/>
          </a:prstGeom>
          <a:ln w="76200" cmpd="sng">
            <a:solidFill>
              <a:srgbClr val="3F5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7" descr="logo-IS.png">
            <a:extLst>
              <a:ext uri="{FF2B5EF4-FFF2-40B4-BE49-F238E27FC236}">
                <a16:creationId xmlns:a16="http://schemas.microsoft.com/office/drawing/2014/main" id="{E50866E7-4162-7A98-3E26-93D90AD7C1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6594" y="165296"/>
            <a:ext cx="2032622" cy="1702191"/>
          </a:xfrm>
          <a:prstGeom prst="rect">
            <a:avLst/>
          </a:prstGeom>
        </p:spPr>
      </p:pic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77D797C-D046-80F8-EC90-4E08BE2771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l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2-6 July 2024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D6B1FAB-0F8B-9952-3886-6BF7EB9700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ctr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www.incose.org/symp2024 #INCOSEIS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1697720-FF28-EBCA-6E58-9305D8EC7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r">
              <a:defRPr sz="1599">
                <a:solidFill>
                  <a:schemeClr val="tx2"/>
                </a:solidFill>
              </a:defRPr>
            </a:lvl1pPr>
          </a:lstStyle>
          <a:p>
            <a:fld id="{924B41C4-1474-8D42-B330-D282868383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14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398">
                <a:solidFill>
                  <a:srgbClr val="3F5D3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37F5C37-BBA8-A164-A506-A11870B88F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l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2-6 July 2024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CE73E83-95CC-AF26-B2FB-7EBBABB2B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ctr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www.incose.org/symp2024 #INCOSEIS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B07CCF9-DED4-7F60-8C36-EE34081D1C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r">
              <a:defRPr sz="1599">
                <a:solidFill>
                  <a:schemeClr val="tx2"/>
                </a:solidFill>
              </a:defRPr>
            </a:lvl1pPr>
          </a:lstStyle>
          <a:p>
            <a:fld id="{924B41C4-1474-8D42-B330-D282868383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4590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398">
                <a:solidFill>
                  <a:srgbClr val="3F5D3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37F5C37-BBA8-A164-A506-A11870B88F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l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2-6 July 2024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CE73E83-95CC-AF26-B2FB-7EBBABB2B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ctr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www.incose.org/symp2024 #INCOSEIS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B07CCF9-DED4-7F60-8C36-EE34081D1C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r">
              <a:defRPr sz="1599">
                <a:solidFill>
                  <a:schemeClr val="tx2"/>
                </a:solidFill>
              </a:defRPr>
            </a:lvl1pPr>
          </a:lstStyle>
          <a:p>
            <a:fld id="{924B41C4-1474-8D42-B330-D2828683839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43CAE-A579-915E-02F9-1749D14EBE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10972800" cy="4525963"/>
          </a:xfrm>
          <a:solidFill>
            <a:srgbClr val="FFFFFF">
              <a:alpha val="89804"/>
            </a:srgbClr>
          </a:solidFill>
        </p:spPr>
        <p:txBody>
          <a:bodyPr/>
          <a:lstStyle>
            <a:lvl1pPr>
              <a:defRPr sz="3698">
                <a:solidFill>
                  <a:schemeClr val="tx2"/>
                </a:solidFill>
                <a:latin typeface="+mn-lt"/>
              </a:defRPr>
            </a:lvl1pPr>
            <a:lvl2pPr>
              <a:defRPr sz="3198">
                <a:solidFill>
                  <a:schemeClr val="tx2"/>
                </a:solidFill>
                <a:latin typeface="+mn-lt"/>
              </a:defRPr>
            </a:lvl2pPr>
            <a:lvl3pPr>
              <a:defRPr sz="2699">
                <a:solidFill>
                  <a:schemeClr val="tx2"/>
                </a:solidFill>
                <a:latin typeface="+mn-lt"/>
              </a:defRPr>
            </a:lvl3pPr>
            <a:lvl4pPr>
              <a:defRPr sz="2399">
                <a:solidFill>
                  <a:schemeClr val="tx2"/>
                </a:solidFill>
                <a:latin typeface="+mn-lt"/>
              </a:defRPr>
            </a:lvl4pPr>
            <a:lvl5pPr>
              <a:defRPr sz="2399">
                <a:solidFill>
                  <a:schemeClr val="tx2"/>
                </a:solidFill>
                <a:latin typeface="+mn-lt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01476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8050ACD-CCDD-C334-760B-356AAC826C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l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2-6 July 2024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86CF7F3-BBE8-3E66-F7BB-8539829980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ctr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www.incose.org/symp2024 #INCOSEIS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C15E13-F5E3-1B14-E7C2-31B8EC218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r">
              <a:defRPr sz="1599">
                <a:solidFill>
                  <a:schemeClr val="tx2"/>
                </a:solidFill>
              </a:defRPr>
            </a:lvl1pPr>
          </a:lstStyle>
          <a:p>
            <a:fld id="{924B41C4-1474-8D42-B330-D282868383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1950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398">
                <a:solidFill>
                  <a:srgbClr val="3F5D3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  <a:solidFill>
            <a:srgbClr val="FFFFFF">
              <a:alpha val="89804"/>
            </a:srgbClr>
          </a:solidFill>
        </p:spPr>
        <p:txBody>
          <a:bodyPr/>
          <a:lstStyle>
            <a:lvl1pPr>
              <a:defRPr sz="3698">
                <a:solidFill>
                  <a:schemeClr val="tx2"/>
                </a:solidFill>
                <a:latin typeface="+mn-lt"/>
              </a:defRPr>
            </a:lvl1pPr>
            <a:lvl2pPr>
              <a:defRPr sz="3198">
                <a:solidFill>
                  <a:schemeClr val="tx2"/>
                </a:solidFill>
                <a:latin typeface="+mn-lt"/>
              </a:defRPr>
            </a:lvl2pPr>
            <a:lvl3pPr>
              <a:defRPr sz="2699">
                <a:solidFill>
                  <a:schemeClr val="tx2"/>
                </a:solidFill>
                <a:latin typeface="+mn-lt"/>
              </a:defRPr>
            </a:lvl3pPr>
            <a:lvl4pPr>
              <a:defRPr sz="2399">
                <a:solidFill>
                  <a:schemeClr val="tx2"/>
                </a:solidFill>
                <a:latin typeface="+mn-lt"/>
              </a:defRPr>
            </a:lvl4pPr>
            <a:lvl5pPr>
              <a:defRPr sz="2399">
                <a:solidFill>
                  <a:schemeClr val="tx2"/>
                </a:solidFill>
                <a:latin typeface="+mn-lt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2"/>
            <a:ext cx="5384800" cy="4525963"/>
          </a:xfrm>
          <a:solidFill>
            <a:srgbClr val="FFFFFF">
              <a:alpha val="89804"/>
            </a:srgbClr>
          </a:solidFill>
        </p:spPr>
        <p:txBody>
          <a:bodyPr/>
          <a:lstStyle>
            <a:lvl1pPr>
              <a:defRPr sz="3698">
                <a:solidFill>
                  <a:schemeClr val="tx2"/>
                </a:solidFill>
                <a:latin typeface="+mn-lt"/>
              </a:defRPr>
            </a:lvl1pPr>
            <a:lvl2pPr>
              <a:defRPr sz="3198">
                <a:solidFill>
                  <a:schemeClr val="tx2"/>
                </a:solidFill>
                <a:latin typeface="+mn-lt"/>
              </a:defRPr>
            </a:lvl2pPr>
            <a:lvl3pPr>
              <a:defRPr sz="2699">
                <a:solidFill>
                  <a:schemeClr val="tx2"/>
                </a:solidFill>
                <a:latin typeface="+mn-lt"/>
              </a:defRPr>
            </a:lvl3pPr>
            <a:lvl4pPr>
              <a:defRPr sz="2399">
                <a:solidFill>
                  <a:schemeClr val="tx2"/>
                </a:solidFill>
                <a:latin typeface="+mn-lt"/>
              </a:defRPr>
            </a:lvl4pPr>
            <a:lvl5pPr>
              <a:defRPr sz="2399">
                <a:solidFill>
                  <a:schemeClr val="tx2"/>
                </a:solidFill>
                <a:latin typeface="+mn-lt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C4A30FC-AAF4-AEB0-8C1B-08C33B288D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l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2-6 July 2024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2DD0FA2-CA4A-968F-BC51-E308E3DE1D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ctr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www.incose.org/symp2024 #INCOSEIS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9C1A0E6-E652-7B95-7AA9-F8F824488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r">
              <a:defRPr sz="1599">
                <a:solidFill>
                  <a:schemeClr val="tx2"/>
                </a:solidFill>
              </a:defRPr>
            </a:lvl1pPr>
          </a:lstStyle>
          <a:p>
            <a:fld id="{924B41C4-1474-8D42-B330-D282868383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367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398">
                <a:solidFill>
                  <a:srgbClr val="3F5D3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535114"/>
            <a:ext cx="5386917" cy="639763"/>
          </a:xfrm>
        </p:spPr>
        <p:txBody>
          <a:bodyPr anchor="b">
            <a:normAutofit/>
          </a:bodyPr>
          <a:lstStyle>
            <a:lvl1pPr marL="0" indent="0">
              <a:buNone/>
              <a:defRPr sz="2799" b="0">
                <a:solidFill>
                  <a:srgbClr val="3F5D31"/>
                </a:solidFill>
                <a:latin typeface="+mn-lt"/>
              </a:defRPr>
            </a:lvl1pPr>
            <a:lvl2pPr marL="609463" indent="0">
              <a:buNone/>
              <a:defRPr sz="2699" b="1"/>
            </a:lvl2pPr>
            <a:lvl3pPr marL="1218925" indent="0">
              <a:buNone/>
              <a:defRPr sz="2399" b="1"/>
            </a:lvl3pPr>
            <a:lvl4pPr marL="1828388" indent="0">
              <a:buNone/>
              <a:defRPr sz="2099" b="1"/>
            </a:lvl4pPr>
            <a:lvl5pPr marL="2437851" indent="0">
              <a:buNone/>
              <a:defRPr sz="2099" b="1"/>
            </a:lvl5pPr>
            <a:lvl6pPr marL="3047314" indent="0">
              <a:buNone/>
              <a:defRPr sz="2099" b="1"/>
            </a:lvl6pPr>
            <a:lvl7pPr marL="3656777" indent="0">
              <a:buNone/>
              <a:defRPr sz="2099" b="1"/>
            </a:lvl7pPr>
            <a:lvl8pPr marL="4266239" indent="0">
              <a:buNone/>
              <a:defRPr sz="2099" b="1"/>
            </a:lvl8pPr>
            <a:lvl9pPr marL="4875702" indent="0">
              <a:buNone/>
              <a:defRPr sz="20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6917" cy="3951288"/>
          </a:xfrm>
        </p:spPr>
        <p:txBody>
          <a:bodyPr/>
          <a:lstStyle>
            <a:lvl1pPr>
              <a:defRPr sz="3198">
                <a:solidFill>
                  <a:schemeClr val="tx2"/>
                </a:solidFill>
                <a:latin typeface="+mn-lt"/>
              </a:defRPr>
            </a:lvl1pPr>
            <a:lvl2pPr>
              <a:defRPr sz="2699">
                <a:solidFill>
                  <a:schemeClr val="tx2"/>
                </a:solidFill>
                <a:latin typeface="+mn-lt"/>
              </a:defRPr>
            </a:lvl2pPr>
            <a:lvl3pPr>
              <a:defRPr sz="2399">
                <a:solidFill>
                  <a:schemeClr val="tx2"/>
                </a:solidFill>
                <a:latin typeface="+mn-lt"/>
              </a:defRPr>
            </a:lvl3pPr>
            <a:lvl4pPr>
              <a:defRPr sz="2099">
                <a:solidFill>
                  <a:schemeClr val="tx2"/>
                </a:solidFill>
                <a:latin typeface="+mn-lt"/>
              </a:defRPr>
            </a:lvl4pPr>
            <a:lvl5pPr>
              <a:defRPr sz="2099">
                <a:solidFill>
                  <a:schemeClr val="tx2"/>
                </a:solidFill>
                <a:latin typeface="+mn-lt"/>
              </a:defRPr>
            </a:lvl5pPr>
            <a:lvl6pPr>
              <a:defRPr sz="2099"/>
            </a:lvl6pPr>
            <a:lvl7pPr>
              <a:defRPr sz="2099"/>
            </a:lvl7pPr>
            <a:lvl8pPr>
              <a:defRPr sz="2099"/>
            </a:lvl8pPr>
            <a:lvl9pPr>
              <a:defRPr sz="20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4"/>
            <a:ext cx="5389033" cy="639763"/>
          </a:xfrm>
        </p:spPr>
        <p:txBody>
          <a:bodyPr anchor="b">
            <a:normAutofit/>
          </a:bodyPr>
          <a:lstStyle>
            <a:lvl1pPr marL="0" indent="0">
              <a:buNone/>
              <a:defRPr sz="2799" b="0">
                <a:solidFill>
                  <a:srgbClr val="3F5D31"/>
                </a:solidFill>
                <a:latin typeface="+mn-lt"/>
              </a:defRPr>
            </a:lvl1pPr>
            <a:lvl2pPr marL="609463" indent="0">
              <a:buNone/>
              <a:defRPr sz="2699" b="1"/>
            </a:lvl2pPr>
            <a:lvl3pPr marL="1218925" indent="0">
              <a:buNone/>
              <a:defRPr sz="2399" b="1"/>
            </a:lvl3pPr>
            <a:lvl4pPr marL="1828388" indent="0">
              <a:buNone/>
              <a:defRPr sz="2099" b="1"/>
            </a:lvl4pPr>
            <a:lvl5pPr marL="2437851" indent="0">
              <a:buNone/>
              <a:defRPr sz="2099" b="1"/>
            </a:lvl5pPr>
            <a:lvl6pPr marL="3047314" indent="0">
              <a:buNone/>
              <a:defRPr sz="2099" b="1"/>
            </a:lvl6pPr>
            <a:lvl7pPr marL="3656777" indent="0">
              <a:buNone/>
              <a:defRPr sz="2099" b="1"/>
            </a:lvl7pPr>
            <a:lvl8pPr marL="4266239" indent="0">
              <a:buNone/>
              <a:defRPr sz="2099" b="1"/>
            </a:lvl8pPr>
            <a:lvl9pPr marL="4875702" indent="0">
              <a:buNone/>
              <a:defRPr sz="20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3198">
                <a:solidFill>
                  <a:schemeClr val="tx2"/>
                </a:solidFill>
                <a:latin typeface="+mn-lt"/>
              </a:defRPr>
            </a:lvl1pPr>
            <a:lvl2pPr>
              <a:defRPr sz="2699">
                <a:solidFill>
                  <a:schemeClr val="tx2"/>
                </a:solidFill>
                <a:latin typeface="+mn-lt"/>
              </a:defRPr>
            </a:lvl2pPr>
            <a:lvl3pPr>
              <a:defRPr sz="2399">
                <a:solidFill>
                  <a:schemeClr val="tx2"/>
                </a:solidFill>
                <a:latin typeface="+mn-lt"/>
              </a:defRPr>
            </a:lvl3pPr>
            <a:lvl4pPr>
              <a:defRPr sz="2099">
                <a:solidFill>
                  <a:schemeClr val="tx2"/>
                </a:solidFill>
                <a:latin typeface="+mn-lt"/>
              </a:defRPr>
            </a:lvl4pPr>
            <a:lvl5pPr>
              <a:defRPr sz="2099">
                <a:solidFill>
                  <a:schemeClr val="tx2"/>
                </a:solidFill>
                <a:latin typeface="+mn-lt"/>
              </a:defRPr>
            </a:lvl5pPr>
            <a:lvl6pPr>
              <a:defRPr sz="2099"/>
            </a:lvl6pPr>
            <a:lvl7pPr>
              <a:defRPr sz="2099"/>
            </a:lvl7pPr>
            <a:lvl8pPr>
              <a:defRPr sz="2099"/>
            </a:lvl8pPr>
            <a:lvl9pPr>
              <a:defRPr sz="20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12BB9ED1-1BEB-3549-AD19-F82367E5BB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l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2-6 July 2024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76D59BD-447E-539D-C15E-FD607569F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ctr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www.incose.org/symp2024 #INCOSEIS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32975FF-E8BF-18CD-1FC5-06B740D5E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r">
              <a:defRPr sz="1599">
                <a:solidFill>
                  <a:schemeClr val="tx2"/>
                </a:solidFill>
              </a:defRPr>
            </a:lvl1pPr>
          </a:lstStyle>
          <a:p>
            <a:fld id="{924B41C4-1474-8D42-B330-D282868383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7739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699" b="0">
                <a:solidFill>
                  <a:srgbClr val="3F5D3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6" cy="5853113"/>
          </a:xfrm>
        </p:spPr>
        <p:txBody>
          <a:bodyPr/>
          <a:lstStyle>
            <a:lvl1pPr>
              <a:defRPr sz="4298">
                <a:latin typeface="+mn-lt"/>
              </a:defRPr>
            </a:lvl1pPr>
            <a:lvl2pPr>
              <a:defRPr sz="3698">
                <a:latin typeface="+mn-lt"/>
              </a:defRPr>
            </a:lvl2pPr>
            <a:lvl3pPr>
              <a:defRPr sz="3198">
                <a:latin typeface="+mn-lt"/>
              </a:defRPr>
            </a:lvl3pPr>
            <a:lvl4pPr>
              <a:defRPr sz="2699">
                <a:latin typeface="+mn-lt"/>
              </a:defRPr>
            </a:lvl4pPr>
            <a:lvl5pPr>
              <a:defRPr sz="2699">
                <a:latin typeface="+mn-lt"/>
              </a:defRPr>
            </a:lvl5pPr>
            <a:lvl6pPr>
              <a:defRPr sz="2699"/>
            </a:lvl6pPr>
            <a:lvl7pPr>
              <a:defRPr sz="2699"/>
            </a:lvl7pPr>
            <a:lvl8pPr>
              <a:defRPr sz="2699"/>
            </a:lvl8pPr>
            <a:lvl9pPr>
              <a:defRPr sz="26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99">
                <a:latin typeface="+mn-lt"/>
              </a:defRPr>
            </a:lvl1pPr>
            <a:lvl2pPr marL="609463" indent="0">
              <a:buNone/>
              <a:defRPr sz="1599"/>
            </a:lvl2pPr>
            <a:lvl3pPr marL="1218925" indent="0">
              <a:buNone/>
              <a:defRPr sz="1299"/>
            </a:lvl3pPr>
            <a:lvl4pPr marL="1828388" indent="0">
              <a:buNone/>
              <a:defRPr sz="1199"/>
            </a:lvl4pPr>
            <a:lvl5pPr marL="2437851" indent="0">
              <a:buNone/>
              <a:defRPr sz="1199"/>
            </a:lvl5pPr>
            <a:lvl6pPr marL="3047314" indent="0">
              <a:buNone/>
              <a:defRPr sz="1199"/>
            </a:lvl6pPr>
            <a:lvl7pPr marL="3656777" indent="0">
              <a:buNone/>
              <a:defRPr sz="1199"/>
            </a:lvl7pPr>
            <a:lvl8pPr marL="4266239" indent="0">
              <a:buNone/>
              <a:defRPr sz="1199"/>
            </a:lvl8pPr>
            <a:lvl9pPr marL="4875702" indent="0">
              <a:buNone/>
              <a:defRPr sz="11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64431B2-13C8-77F6-B93E-E049DD4B35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l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2-6 July 2024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6A5F7-8420-ACA1-1440-D93C94B74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ctr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www.incose.org/symp2024 #INCOSEIS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9E0974E-F13A-52E9-31A1-24C90FCB5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r">
              <a:defRPr sz="1599">
                <a:solidFill>
                  <a:schemeClr val="tx2"/>
                </a:solidFill>
              </a:defRPr>
            </a:lvl1pPr>
          </a:lstStyle>
          <a:p>
            <a:fld id="{924B41C4-1474-8D42-B330-D282868383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178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99" b="0">
                <a:solidFill>
                  <a:srgbClr val="3F5D3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98"/>
            </a:lvl1pPr>
            <a:lvl2pPr marL="609463" indent="0">
              <a:buNone/>
              <a:defRPr sz="3698"/>
            </a:lvl2pPr>
            <a:lvl3pPr marL="1218925" indent="0">
              <a:buNone/>
              <a:defRPr sz="3198"/>
            </a:lvl3pPr>
            <a:lvl4pPr marL="1828388" indent="0">
              <a:buNone/>
              <a:defRPr sz="2699"/>
            </a:lvl4pPr>
            <a:lvl5pPr marL="2437851" indent="0">
              <a:buNone/>
              <a:defRPr sz="2699"/>
            </a:lvl5pPr>
            <a:lvl6pPr marL="3047314" indent="0">
              <a:buNone/>
              <a:defRPr sz="2699"/>
            </a:lvl6pPr>
            <a:lvl7pPr marL="3656777" indent="0">
              <a:buNone/>
              <a:defRPr sz="2699"/>
            </a:lvl7pPr>
            <a:lvl8pPr marL="4266239" indent="0">
              <a:buNone/>
              <a:defRPr sz="2699"/>
            </a:lvl8pPr>
            <a:lvl9pPr marL="4875702" indent="0">
              <a:buNone/>
              <a:defRPr sz="2699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99">
                <a:latin typeface="+mn-lt"/>
              </a:defRPr>
            </a:lvl1pPr>
            <a:lvl2pPr marL="609463" indent="0">
              <a:buNone/>
              <a:defRPr sz="1599"/>
            </a:lvl2pPr>
            <a:lvl3pPr marL="1218925" indent="0">
              <a:buNone/>
              <a:defRPr sz="1299"/>
            </a:lvl3pPr>
            <a:lvl4pPr marL="1828388" indent="0">
              <a:buNone/>
              <a:defRPr sz="1199"/>
            </a:lvl4pPr>
            <a:lvl5pPr marL="2437851" indent="0">
              <a:buNone/>
              <a:defRPr sz="1199"/>
            </a:lvl5pPr>
            <a:lvl6pPr marL="3047314" indent="0">
              <a:buNone/>
              <a:defRPr sz="1199"/>
            </a:lvl6pPr>
            <a:lvl7pPr marL="3656777" indent="0">
              <a:buNone/>
              <a:defRPr sz="1199"/>
            </a:lvl7pPr>
            <a:lvl8pPr marL="4266239" indent="0">
              <a:buNone/>
              <a:defRPr sz="1199"/>
            </a:lvl8pPr>
            <a:lvl9pPr marL="4875702" indent="0">
              <a:buNone/>
              <a:defRPr sz="11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A47DF41-A709-7794-4C77-803ACF824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l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2-6 July 2024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D63F5C9-CF77-05BA-3F78-06ACE76B27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ctr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www.incose.org/symp2024 #INCOSEIS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3FE9E8B-5ECC-20E1-9C46-1B7FC05508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r">
              <a:defRPr sz="1599">
                <a:solidFill>
                  <a:schemeClr val="tx2"/>
                </a:solidFill>
              </a:defRPr>
            </a:lvl1pPr>
          </a:lstStyle>
          <a:p>
            <a:fld id="{924B41C4-1474-8D42-B330-D282868383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058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398">
                <a:solidFill>
                  <a:srgbClr val="3F5D3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CCD022F-4833-B840-902D-A28E2B1674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l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2-6 July 2024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F66B9E5-E56D-BD5D-F814-BDAA51612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ctr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www.incose.org/symp2024 #INCOSEIS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5AC6CAF-6DE0-FDF9-9528-B6BE67AFFC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r">
              <a:defRPr sz="1599">
                <a:solidFill>
                  <a:schemeClr val="tx2"/>
                </a:solidFill>
              </a:defRPr>
            </a:lvl1pPr>
          </a:lstStyle>
          <a:p>
            <a:fld id="{924B41C4-1474-8D42-B330-D282868383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977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>
            <a:lvl1pPr>
              <a:defRPr>
                <a:solidFill>
                  <a:srgbClr val="3F5D3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E87A211-0AA7-679A-A69A-F64C14410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l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2-6 July 2024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484257C-A72E-3882-4253-0605D90BC7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ctr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www.incose.org/symp2024 #INCOSEIS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A4CFC90-8DFD-9829-BB33-954C1FBD1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r">
              <a:defRPr sz="1599">
                <a:solidFill>
                  <a:schemeClr val="tx2"/>
                </a:solidFill>
              </a:defRPr>
            </a:lvl1pPr>
          </a:lstStyle>
          <a:p>
            <a:fld id="{924B41C4-1474-8D42-B330-D282868383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355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7AE59-3D7D-9F72-F9C2-B52F6E235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1" y="4128687"/>
            <a:ext cx="3860800" cy="1137580"/>
          </a:xfrm>
          <a:prstGeom prst="rect">
            <a:avLst/>
          </a:prstGeom>
          <a:noFill/>
        </p:spPr>
        <p:txBody>
          <a:bodyPr vert="horz" lIns="121954" tIns="60977" rIns="121954" bIns="60977" rtlCol="0" anchor="ctr"/>
          <a:lstStyle>
            <a:lvl1pPr algn="ctr">
              <a:defRPr sz="1999">
                <a:solidFill>
                  <a:schemeClr val="tx2"/>
                </a:solidFill>
              </a:defRPr>
            </a:lvl1pPr>
          </a:lstStyle>
          <a:p>
            <a:r>
              <a:rPr lang="en-US" err="1"/>
              <a:t>www.incose.org</a:t>
            </a:r>
            <a:r>
              <a:rPr lang="en-US"/>
              <a:t>/symp2024 #INCOSEIS</a:t>
            </a: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AA4E6887-D382-6DC3-D095-19557F1BC0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585302" y="1918191"/>
            <a:ext cx="6446631" cy="21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72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67752-176E-460F-ADDF-025EA5F3F73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1753B-A28D-4517-B434-139302BE6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61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30" r:id="rId2"/>
    <p:sldLayoutId id="2147483735" r:id="rId3"/>
    <p:sldLayoutId id="2147483733" r:id="rId4"/>
    <p:sldLayoutId id="2147483732" r:id="rId5"/>
    <p:sldLayoutId id="2147483734" r:id="rId6"/>
    <p:sldLayoutId id="2147483727" r:id="rId7"/>
    <p:sldLayoutId id="2147483728" r:id="rId8"/>
    <p:sldLayoutId id="2147483736" r:id="rId9"/>
    <p:sldLayoutId id="2147483723" r:id="rId10"/>
    <p:sldLayoutId id="2147483726" r:id="rId11"/>
    <p:sldLayoutId id="214748372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47619D"/>
            </a:gs>
            <a:gs pos="15000">
              <a:srgbClr val="364A77"/>
            </a:gs>
            <a:gs pos="41000">
              <a:srgbClr val="29385A"/>
            </a:gs>
            <a:gs pos="87000">
              <a:schemeClr val="accent4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4699089-02FC-F7AD-970D-FF01A69D09F2}"/>
              </a:ext>
            </a:extLst>
          </p:cNvPr>
          <p:cNvSpPr/>
          <p:nvPr userDrawn="1"/>
        </p:nvSpPr>
        <p:spPr>
          <a:xfrm>
            <a:off x="0" y="862943"/>
            <a:ext cx="12192000" cy="5726827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13542F-EFD5-3810-1A7F-CA685634E43C}"/>
              </a:ext>
            </a:extLst>
          </p:cNvPr>
          <p:cNvSpPr/>
          <p:nvPr userDrawn="1"/>
        </p:nvSpPr>
        <p:spPr>
          <a:xfrm>
            <a:off x="0" y="806462"/>
            <a:ext cx="12192000" cy="45719"/>
          </a:xfrm>
          <a:prstGeom prst="rect">
            <a:avLst/>
          </a:prstGeom>
          <a:solidFill>
            <a:srgbClr val="B1B1B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9A94DB-8CCB-F3BE-468C-D98ACC30A504}"/>
              </a:ext>
            </a:extLst>
          </p:cNvPr>
          <p:cNvSpPr txBox="1"/>
          <p:nvPr userDrawn="1"/>
        </p:nvSpPr>
        <p:spPr>
          <a:xfrm>
            <a:off x="0" y="475632"/>
            <a:ext cx="1870229" cy="301621"/>
          </a:xfrm>
          <a:prstGeom prst="rect">
            <a:avLst/>
          </a:prstGeom>
          <a:noFill/>
        </p:spPr>
        <p:txBody>
          <a:bodyPr wrap="square" lIns="9144" tIns="45720" rIns="9144" bIns="9144" rtlCol="0" anchor="t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Trajan Pro"/>
              </a:rPr>
              <a:t>Naval Post Graduate School</a:t>
            </a:r>
          </a:p>
          <a:p>
            <a:pPr algn="ctr"/>
            <a:r>
              <a:rPr lang="en-US" sz="800" b="1">
                <a:solidFill>
                  <a:srgbClr val="FFFFFF"/>
                </a:solidFill>
                <a:latin typeface="Trajan Pro"/>
              </a:rPr>
              <a:t>Dept. of System Engineering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EBE7F43-DB00-A350-A167-F0B39376C44D}"/>
              </a:ext>
            </a:extLst>
          </p:cNvPr>
          <p:cNvSpPr txBox="1">
            <a:spLocks/>
          </p:cNvSpPr>
          <p:nvPr userDrawn="1"/>
        </p:nvSpPr>
        <p:spPr>
          <a:xfrm>
            <a:off x="2546" y="6615162"/>
            <a:ext cx="1986269" cy="242839"/>
          </a:xfrm>
          <a:prstGeom prst="rect">
            <a:avLst/>
          </a:prstGeom>
        </p:spPr>
        <p:txBody>
          <a:bodyPr anchor="ctr" anchorCtr="1"/>
          <a:lstStyle>
            <a:defPPr>
              <a:defRPr lang="en-US"/>
            </a:defPPr>
            <a:lvl1pPr marL="0" algn="ctr" defTabSz="9144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/>
                <a:ea typeface="+mn-ea"/>
                <a:cs typeface="+mn-cs"/>
              </a:rPr>
              <a:t>www.nps.edu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17E87D-2E2C-F85C-0E05-AEC14DC96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 r="89326" b="-5067"/>
          <a:stretch/>
        </p:blipFill>
        <p:spPr>
          <a:xfrm>
            <a:off x="480544" y="53600"/>
            <a:ext cx="821799" cy="52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469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</p:sldLayoutIdLst>
  <p:transition/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" pitchFamily="18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" pitchFamily="18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" pitchFamily="18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" pitchFamily="18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" pitchFamily="18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" pitchFamily="18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" pitchFamily="18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 descr="logo-IS.png">
            <a:extLst>
              <a:ext uri="{FF2B5EF4-FFF2-40B4-BE49-F238E27FC236}">
                <a16:creationId xmlns:a16="http://schemas.microsoft.com/office/drawing/2014/main" id="{FE30A55E-BDEE-BAD2-9EC5-B8D4DCF05F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alphaModFix amt="2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605"/>
          <a:stretch/>
        </p:blipFill>
        <p:spPr>
          <a:xfrm>
            <a:off x="203915" y="3207436"/>
            <a:ext cx="5892085" cy="376950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121954" tIns="60977" rIns="121954" bIns="60977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600202"/>
            <a:ext cx="10972800" cy="4525963"/>
          </a:xfrm>
          <a:prstGeom prst="rect">
            <a:avLst/>
          </a:prstGeom>
        </p:spPr>
        <p:txBody>
          <a:bodyPr vert="horz" lIns="121954" tIns="60977" rIns="121954" bIns="6097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l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2-6 July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ctr">
              <a:defRPr sz="1599">
                <a:solidFill>
                  <a:schemeClr val="tx2"/>
                </a:solidFill>
              </a:defRPr>
            </a:lvl1pPr>
          </a:lstStyle>
          <a:p>
            <a:r>
              <a:rPr lang="en-US"/>
              <a:t>www.incose.org/symp2024 #INCOSEIS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r">
              <a:defRPr sz="1599">
                <a:solidFill>
                  <a:schemeClr val="tx2"/>
                </a:solidFill>
              </a:defRPr>
            </a:lvl1pPr>
          </a:lstStyle>
          <a:p>
            <a:fld id="{924B41C4-1474-8D42-B330-D282868383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763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hdr="0"/>
  <p:txStyles>
    <p:titleStyle>
      <a:lvl1pPr algn="l" defTabSz="609463" rtl="0" eaLnBrk="1" latinLnBrk="0" hangingPunct="1">
        <a:spcBef>
          <a:spcPct val="0"/>
        </a:spcBef>
        <a:buNone/>
        <a:defRPr sz="4398" kern="1200">
          <a:solidFill>
            <a:srgbClr val="3F5D31"/>
          </a:solidFill>
          <a:latin typeface="+mj-lt"/>
          <a:ea typeface="+mj-ea"/>
          <a:cs typeface="Arial"/>
        </a:defRPr>
      </a:lvl1pPr>
    </p:titleStyle>
    <p:bodyStyle>
      <a:lvl1pPr marL="457097" indent="-457097" algn="l" defTabSz="609463" rtl="0" eaLnBrk="1" latinLnBrk="0" hangingPunct="1">
        <a:spcBef>
          <a:spcPct val="20000"/>
        </a:spcBef>
        <a:buFont typeface="Arial"/>
        <a:buChar char="•"/>
        <a:defRPr sz="4298" kern="1200">
          <a:solidFill>
            <a:schemeClr val="tx2"/>
          </a:solidFill>
          <a:latin typeface="+mn-lt"/>
          <a:ea typeface="+mn-ea"/>
          <a:cs typeface="Arial"/>
        </a:defRPr>
      </a:lvl1pPr>
      <a:lvl2pPr marL="990377" indent="-380914" algn="l" defTabSz="609463" rtl="0" eaLnBrk="1" latinLnBrk="0" hangingPunct="1">
        <a:spcBef>
          <a:spcPct val="20000"/>
        </a:spcBef>
        <a:buFont typeface="Arial"/>
        <a:buChar char="–"/>
        <a:defRPr sz="3698" kern="1200">
          <a:solidFill>
            <a:schemeClr val="tx2"/>
          </a:solidFill>
          <a:latin typeface="+mn-lt"/>
          <a:ea typeface="+mn-ea"/>
          <a:cs typeface="Arial"/>
        </a:defRPr>
      </a:lvl2pPr>
      <a:lvl3pPr marL="1523657" indent="-304732" algn="l" defTabSz="609463" rtl="0" eaLnBrk="1" latinLnBrk="0" hangingPunct="1">
        <a:spcBef>
          <a:spcPct val="20000"/>
        </a:spcBef>
        <a:buFont typeface="Arial"/>
        <a:buChar char="•"/>
        <a:defRPr sz="3198" kern="1200">
          <a:solidFill>
            <a:schemeClr val="tx2"/>
          </a:solidFill>
          <a:latin typeface="+mn-lt"/>
          <a:ea typeface="+mn-ea"/>
          <a:cs typeface="Arial"/>
        </a:defRPr>
      </a:lvl3pPr>
      <a:lvl4pPr marL="2133120" indent="-304732" algn="l" defTabSz="609463" rtl="0" eaLnBrk="1" latinLnBrk="0" hangingPunct="1">
        <a:spcBef>
          <a:spcPct val="20000"/>
        </a:spcBef>
        <a:buFont typeface="Arial"/>
        <a:buChar char="–"/>
        <a:defRPr sz="2699" kern="1200">
          <a:solidFill>
            <a:schemeClr val="tx2"/>
          </a:solidFill>
          <a:latin typeface="+mn-lt"/>
          <a:ea typeface="+mn-ea"/>
          <a:cs typeface="Arial"/>
        </a:defRPr>
      </a:lvl4pPr>
      <a:lvl5pPr marL="2742582" indent="-304732" algn="l" defTabSz="609463" rtl="0" eaLnBrk="1" latinLnBrk="0" hangingPunct="1">
        <a:spcBef>
          <a:spcPct val="20000"/>
        </a:spcBef>
        <a:buFont typeface="Arial"/>
        <a:buChar char="»"/>
        <a:defRPr sz="2699" kern="1200">
          <a:solidFill>
            <a:schemeClr val="tx2"/>
          </a:solidFill>
          <a:latin typeface="+mn-lt"/>
          <a:ea typeface="+mn-ea"/>
          <a:cs typeface="Arial"/>
        </a:defRPr>
      </a:lvl5pPr>
      <a:lvl6pPr marL="3352045" indent="-304732" algn="l" defTabSz="609463" rtl="0" eaLnBrk="1" latinLnBrk="0" hangingPunct="1">
        <a:spcBef>
          <a:spcPct val="20000"/>
        </a:spcBef>
        <a:buFont typeface="Arial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3961508" indent="-304732" algn="l" defTabSz="609463" rtl="0" eaLnBrk="1" latinLnBrk="0" hangingPunct="1">
        <a:spcBef>
          <a:spcPct val="20000"/>
        </a:spcBef>
        <a:buFont typeface="Arial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4570970" indent="-304732" algn="l" defTabSz="609463" rtl="0" eaLnBrk="1" latinLnBrk="0" hangingPunct="1">
        <a:spcBef>
          <a:spcPct val="20000"/>
        </a:spcBef>
        <a:buFont typeface="Arial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80433" indent="-304732" algn="l" defTabSz="609463" rtl="0" eaLnBrk="1" latinLnBrk="0" hangingPunct="1">
        <a:spcBef>
          <a:spcPct val="20000"/>
        </a:spcBef>
        <a:buFont typeface="Arial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63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63" algn="l" defTabSz="609463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925" algn="l" defTabSz="609463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388" algn="l" defTabSz="609463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851" algn="l" defTabSz="609463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314" algn="l" defTabSz="609463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777" algn="l" defTabSz="609463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239" algn="l" defTabSz="609463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702" algn="l" defTabSz="609463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2433021" y="1451610"/>
            <a:ext cx="7325957" cy="1746843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An Empirical Meta-Evaluation of Language Model Evaluation Methods for Systems Engineering Using Distractor Sensitivity and Consensus Judging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318101" y="3445874"/>
            <a:ext cx="5100865" cy="551542"/>
          </a:xfrm>
        </p:spPr>
        <p:txBody>
          <a:bodyPr anchor="ctr" anchorCtr="0">
            <a:normAutofit lnSpcReduction="1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+mj-lt"/>
              </a:rPr>
              <a:t>Presented in partial fulfillment for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+mj-lt"/>
              </a:rPr>
              <a:t>a PhD in Systems Engineering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7535081" y="3445874"/>
            <a:ext cx="2330450" cy="55154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20 March 2026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318101" y="4142559"/>
            <a:ext cx="7046040" cy="141242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PhD Student: Mr. Ryan Bell - ryan.bell@nps.edu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Advisor: Dr. Raymond “Ray” Madachy - rjmadach@nps.edu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Committee Member: Dr. Ronald </a:t>
            </a:r>
            <a:r>
              <a:rPr lang="en-US" sz="1200" dirty="0" err="1">
                <a:solidFill>
                  <a:schemeClr val="bg1"/>
                </a:solidFill>
                <a:latin typeface="+mj-lt"/>
              </a:rPr>
              <a:t>Giachetti</a:t>
            </a:r>
            <a:r>
              <a:rPr lang="en-US" sz="1200" dirty="0">
                <a:solidFill>
                  <a:schemeClr val="bg1"/>
                </a:solidFill>
                <a:latin typeface="+mj-lt"/>
              </a:rPr>
              <a:t> - regiache@nps.edu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Committee Member: Dr. John “Mike” Green - jmgreen@nps.edu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Committee Member: Dr. Mathias </a:t>
            </a:r>
            <a:r>
              <a:rPr lang="en-US" sz="1200" dirty="0" err="1">
                <a:solidFill>
                  <a:schemeClr val="bg1"/>
                </a:solidFill>
                <a:latin typeface="+mj-lt"/>
              </a:rPr>
              <a:t>Kolsch</a:t>
            </a:r>
            <a:r>
              <a:rPr lang="en-US" sz="1200" dirty="0">
                <a:solidFill>
                  <a:schemeClr val="bg1"/>
                </a:solidFill>
                <a:latin typeface="+mj-lt"/>
              </a:rPr>
              <a:t> - kolsch@nps.edu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Committee Member: Dr. Douglas Van </a:t>
            </a:r>
            <a:r>
              <a:rPr lang="en-US" sz="1200" dirty="0" err="1">
                <a:solidFill>
                  <a:schemeClr val="bg1"/>
                </a:solidFill>
                <a:latin typeface="+mj-lt"/>
              </a:rPr>
              <a:t>Bossuyt</a:t>
            </a:r>
            <a:r>
              <a:rPr lang="en-US" sz="1200" dirty="0">
                <a:solidFill>
                  <a:schemeClr val="bg1"/>
                </a:solidFill>
                <a:latin typeface="+mj-lt"/>
              </a:rPr>
              <a:t> - douglas.vanbossuyt@nps.edu</a:t>
            </a:r>
          </a:p>
        </p:txBody>
      </p:sp>
    </p:spTree>
    <p:extLst>
      <p:ext uri="{BB962C8B-B14F-4D97-AF65-F5344CB8AC3E}">
        <p14:creationId xmlns:p14="http://schemas.microsoft.com/office/powerpoint/2010/main" val="665104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31988-5238-879C-A7DE-61BF139BE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FAB3E8-8381-2BD1-A089-088AC8B51E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 anchorCtr="0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Introduction / Administrative Items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Background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Defining the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Research Question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Research Approach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Contributions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Discussion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2D7256-50D7-CBF0-8403-7DE153134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471997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49326-6080-5105-6F8B-2E39C7B7C36F}"/>
              </a:ext>
            </a:extLst>
          </p:cNvPr>
          <p:cNvSpPr txBox="1">
            <a:spLocks/>
          </p:cNvSpPr>
          <p:nvPr/>
        </p:nvSpPr>
        <p:spPr>
          <a:xfrm>
            <a:off x="2844165" y="2623184"/>
            <a:ext cx="6503670" cy="16116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i="1" dirty="0">
                <a:solidFill>
                  <a:schemeClr val="bg1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393593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00EB6-ED69-96C1-821D-B559ED8F4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0746AD-C274-CA6F-2348-861F66C9C8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en-US" sz="2400" dirty="0"/>
              <a:t>Add here from latex…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DBE502-7A00-3ECA-E35D-17ABDD403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Glossary</a:t>
            </a:r>
          </a:p>
        </p:txBody>
      </p:sp>
    </p:spTree>
    <p:extLst>
      <p:ext uri="{BB962C8B-B14F-4D97-AF65-F5344CB8AC3E}">
        <p14:creationId xmlns:p14="http://schemas.microsoft.com/office/powerpoint/2010/main" val="3635862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AI Fundamentals: Benchmarks 101</a:t>
            </a:r>
            <a:r>
              <a:rPr lang="en-US" dirty="0"/>
              <a:t>. (2023, April 7). https://open.spotify.com/episode/16vo3YLUTZI0nwAbrhjWYT</a:t>
            </a:r>
          </a:p>
          <a:p>
            <a:r>
              <a:rPr lang="en-US" dirty="0"/>
              <a:t>Boehm, B. W. (1985). </a:t>
            </a:r>
            <a:r>
              <a:rPr lang="en-US" i="1" dirty="0"/>
              <a:t>Software engineering economics</a:t>
            </a:r>
            <a:r>
              <a:rPr lang="en-US" dirty="0"/>
              <a:t>. Prentice-Hall. </a:t>
            </a:r>
          </a:p>
          <a:p>
            <a:r>
              <a:rPr lang="en-US" dirty="0"/>
              <a:t>Boehm, B. (1986). </a:t>
            </a:r>
            <a:r>
              <a:rPr lang="en-US" i="1" dirty="0"/>
              <a:t>A Spiral Model of Software Development and Enhancement</a:t>
            </a:r>
            <a:r>
              <a:rPr lang="en-US" dirty="0"/>
              <a:t>.</a:t>
            </a:r>
          </a:p>
          <a:p>
            <a:r>
              <a:rPr lang="en-US" i="1" dirty="0" err="1"/>
              <a:t>EleutherAI</a:t>
            </a:r>
            <a:r>
              <a:rPr lang="en-US" i="1" dirty="0"/>
              <a:t>/lm-evaluation-harness</a:t>
            </a:r>
            <a:r>
              <a:rPr lang="en-US" dirty="0"/>
              <a:t>. (2024). [Python]. </a:t>
            </a:r>
            <a:r>
              <a:rPr lang="en-US" dirty="0" err="1"/>
              <a:t>EleutherAI</a:t>
            </a:r>
            <a:r>
              <a:rPr lang="en-US" dirty="0"/>
              <a:t>. https://github.com/EleutherAI/lm-evaluation-harness (Original work published 2020)</a:t>
            </a:r>
          </a:p>
          <a:p>
            <a:r>
              <a:rPr lang="en-US" i="1" dirty="0"/>
              <a:t>Google/BIG-bench</a:t>
            </a:r>
            <a:r>
              <a:rPr lang="en-US" dirty="0"/>
              <a:t>. (2024). [Python]. Google. https://github.com/google/BIG-bench (Original work published 2021)</a:t>
            </a:r>
          </a:p>
          <a:p>
            <a:r>
              <a:rPr lang="en-US" dirty="0" err="1"/>
              <a:t>HuggingFace</a:t>
            </a:r>
            <a:r>
              <a:rPr lang="en-US" dirty="0"/>
              <a:t>. (2024a). </a:t>
            </a:r>
            <a:r>
              <a:rPr lang="en-US" i="1" dirty="0"/>
              <a:t>Open LLM Leaderboard</a:t>
            </a:r>
            <a:r>
              <a:rPr lang="en-US" dirty="0"/>
              <a:t>. https://huggingface.co/spaces/HuggingFaceH4/open_llm_leaderboard</a:t>
            </a:r>
          </a:p>
          <a:p>
            <a:r>
              <a:rPr lang="en-US" i="1" dirty="0"/>
              <a:t>Llama 2: Open Foundation and Fine-Tuned Chat Models</a:t>
            </a:r>
            <a:r>
              <a:rPr lang="en-US" dirty="0"/>
              <a:t>. (2024). https://ai.meta.com/research/publications/llama-2-open-foundation-and-fine-tuned-chat-models/</a:t>
            </a:r>
          </a:p>
          <a:p>
            <a:r>
              <a:rPr lang="en-US" dirty="0"/>
              <a:t>Longshore, R., </a:t>
            </a:r>
            <a:r>
              <a:rPr lang="en-US" dirty="0" err="1"/>
              <a:t>Madachy</a:t>
            </a:r>
            <a:r>
              <a:rPr lang="en-US" dirty="0"/>
              <a:t>, R., &amp; Bell, R. (in press). </a:t>
            </a:r>
            <a:r>
              <a:rPr lang="en-US" i="1" dirty="0"/>
              <a:t>Leveraging Generative AI to Create, Modify, and Query MBSE Models</a:t>
            </a:r>
            <a:r>
              <a:rPr lang="en-US" dirty="0"/>
              <a:t>. 21st Annual Acquisition Research Symposium.</a:t>
            </a:r>
          </a:p>
          <a:p>
            <a:r>
              <a:rPr lang="en-US" dirty="0" err="1"/>
              <a:t>Madachy</a:t>
            </a:r>
            <a:r>
              <a:rPr lang="en-US" dirty="0"/>
              <a:t>, R., Bell, R., &amp; Longshore, R. (in press). </a:t>
            </a:r>
            <a:r>
              <a:rPr lang="en-US" i="1" dirty="0"/>
              <a:t>Systems Acquisition Cost Modeling Initiative for AI Assistance</a:t>
            </a:r>
            <a:r>
              <a:rPr lang="en-US" dirty="0"/>
              <a:t>. 21st Annual Acquisition Research Symposium.</a:t>
            </a:r>
          </a:p>
          <a:p>
            <a:r>
              <a:rPr lang="en-US" dirty="0"/>
              <a:t>Zellers, R., Bisk, Y., Schwartz, R., &amp; Choi, Y. (2018). </a:t>
            </a:r>
            <a:r>
              <a:rPr lang="en-US" i="1" dirty="0"/>
              <a:t>SWAG: A Large-Scale Adversarial Dataset for Grounded Commonsense Inference</a:t>
            </a:r>
            <a:r>
              <a:rPr lang="en-US" dirty="0"/>
              <a:t> (arXiv:1808.05326; Version 1). </a:t>
            </a:r>
            <a:r>
              <a:rPr lang="en-US" dirty="0" err="1"/>
              <a:t>arXiv</a:t>
            </a:r>
            <a:r>
              <a:rPr lang="en-US" dirty="0"/>
              <a:t>. http://arxiv.org/abs/1808.05326</a:t>
            </a:r>
          </a:p>
          <a:p>
            <a:r>
              <a:rPr lang="en-US" dirty="0"/>
              <a:t>Zellers, R., </a:t>
            </a:r>
            <a:r>
              <a:rPr lang="en-US" dirty="0" err="1"/>
              <a:t>Holtzman</a:t>
            </a:r>
            <a:r>
              <a:rPr lang="en-US" dirty="0"/>
              <a:t>, A., Bisk, Y., </a:t>
            </a:r>
            <a:r>
              <a:rPr lang="en-US" dirty="0" err="1"/>
              <a:t>Farhadi</a:t>
            </a:r>
            <a:r>
              <a:rPr lang="en-US" dirty="0"/>
              <a:t>, A., &amp; Choi, Y. (2019). </a:t>
            </a:r>
            <a:r>
              <a:rPr lang="en-US" i="1" dirty="0" err="1"/>
              <a:t>HellaSwag</a:t>
            </a:r>
            <a:r>
              <a:rPr lang="en-US" i="1" dirty="0"/>
              <a:t>: Can a Machine Really Finish Your Sentence?</a:t>
            </a:r>
            <a:r>
              <a:rPr lang="en-US" dirty="0"/>
              <a:t> (arXiv:1905.07830; Version 1). </a:t>
            </a:r>
            <a:r>
              <a:rPr lang="en-US" dirty="0" err="1"/>
              <a:t>arXiv</a:t>
            </a:r>
            <a:r>
              <a:rPr lang="en-US" dirty="0"/>
              <a:t>. http://arxiv.org/abs/1905.07830</a:t>
            </a:r>
          </a:p>
          <a:p>
            <a:endParaRPr lang="en-US" dirty="0">
              <a:effectLst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747874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3514"/>
      </p:ext>
    </p:extLst>
  </p:cSld>
  <p:clrMapOvr>
    <a:masterClrMapping/>
  </p:clrMapOvr>
</p:sld>
</file>

<file path=ppt/theme/theme1.xml><?xml version="1.0" encoding="utf-8"?>
<a:theme xmlns:a="http://schemas.openxmlformats.org/drawingml/2006/main" name="Dissertation Propos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NPS">
  <a:themeElements>
    <a:clrScheme name="1_NP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NPS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-2286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F1C035"/>
          </a:buClr>
          <a:buSzTx/>
          <a:buFontTx/>
          <a:buNone/>
          <a:tabLst/>
          <a:defRPr kumimoji="0" lang="en-US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ＭＳ Ｐゴシック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-2286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F1C035"/>
          </a:buClr>
          <a:buSzTx/>
          <a:buFontTx/>
          <a:buNone/>
          <a:tabLst/>
          <a:defRPr kumimoji="0" lang="en-US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ＭＳ Ｐゴシック" pitchFamily="34" charset="-128"/>
          </a:defRPr>
        </a:defPPr>
      </a:lstStyle>
    </a:lnDef>
  </a:objectDefaults>
  <a:extraClrSchemeLst>
    <a:extraClrScheme>
      <a:clrScheme name="1_NP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P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P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P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P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P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P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P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P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P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P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P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IS2024 Slide Light">
  <a:themeElements>
    <a:clrScheme name="INCOSE">
      <a:dk1>
        <a:srgbClr val="2B70AC"/>
      </a:dk1>
      <a:lt1>
        <a:srgbClr val="FFFFFF"/>
      </a:lt1>
      <a:dk2>
        <a:srgbClr val="0E2434"/>
      </a:dk2>
      <a:lt2>
        <a:srgbClr val="FECB38"/>
      </a:lt2>
      <a:accent1>
        <a:srgbClr val="799056"/>
      </a:accent1>
      <a:accent2>
        <a:srgbClr val="E65341"/>
      </a:accent2>
      <a:accent3>
        <a:srgbClr val="4B80C1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999999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S2024_slide.potx" id="{E9F34B71-54A7-4408-B28F-5AB154F362E0}" vid="{2C58E6D8-7804-4D02-A4E3-944AC1D2716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36859</TotalTime>
  <Words>473</Words>
  <Application>Microsoft Office PowerPoint</Application>
  <PresentationFormat>Widescreen</PresentationFormat>
  <Paragraphs>35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</vt:lpstr>
      <vt:lpstr>Calibri</vt:lpstr>
      <vt:lpstr>Calibri Light</vt:lpstr>
      <vt:lpstr>Minion Pro</vt:lpstr>
      <vt:lpstr>Times</vt:lpstr>
      <vt:lpstr>Trajan Pro</vt:lpstr>
      <vt:lpstr>Wingdings</vt:lpstr>
      <vt:lpstr>Dissertation Proposal</vt:lpstr>
      <vt:lpstr>4_NPS</vt:lpstr>
      <vt:lpstr>IS2024 Slide Light</vt:lpstr>
      <vt:lpstr>An Empirical Meta-Evaluation of Language Model Evaluation Methods for Systems Engineering Using Distractor Sensitivity and Consensus Judging</vt:lpstr>
      <vt:lpstr>Agenda</vt:lpstr>
      <vt:lpstr>PowerPoint Presentation</vt:lpstr>
      <vt:lpstr>Glossary</vt:lpstr>
      <vt:lpstr>References</vt:lpstr>
      <vt:lpstr>PowerPoint Presentation</vt:lpstr>
    </vt:vector>
  </TitlesOfParts>
  <Company>Naval Postgraduate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Gretchen Miller</dc:creator>
  <cp:lastModifiedBy>Bell, Ryan (CIV)</cp:lastModifiedBy>
  <cp:revision>411</cp:revision>
  <dcterms:created xsi:type="dcterms:W3CDTF">2011-07-25T16:04:11Z</dcterms:created>
  <dcterms:modified xsi:type="dcterms:W3CDTF">2026-02-28T03:13:46Z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2025-05-10T03:44:27Z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17fe205e-868a-40ad-ae1d-48220c30292a</vt:lpwstr>
  </property>
  <property fmtid="{D5CDD505-2E9C-101B-9397-08002B2CF9AE}" pid="8" name="MSIP_Label_acbbd4a6-dc2f-44d9-ad2c-c28d4679873f_ContentBits">
    <vt:lpwstr>0</vt:lpwstr>
  </property>
  <property fmtid="{D5CDD505-2E9C-101B-9397-08002B2CF9AE}" pid="9" name="MSIP_Label_acbbd4a6-dc2f-44d9-ad2c-c28d4679873f_Tag">
    <vt:lpwstr>10, 3, 0, 1</vt:lpwstr>
  </property>
</Properties>
</file>